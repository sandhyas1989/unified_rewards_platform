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26" r:id="rId4"/>
  </p:sldMasterIdLst>
  <p:notesMasterIdLst>
    <p:notesMasterId r:id="rId7"/>
  </p:notesMasterIdLst>
  <p:handoutMasterIdLst>
    <p:handoutMasterId r:id="rId8"/>
  </p:handoutMasterIdLst>
  <p:sldIdLst>
    <p:sldId id="2147479184" r:id="rId5"/>
    <p:sldId id="2147479193"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EC20E35-A176-4012-BC5E-935CFFF8708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339" autoAdjust="0"/>
  </p:normalViewPr>
  <p:slideViewPr>
    <p:cSldViewPr snapToGrid="0">
      <p:cViewPr varScale="1">
        <p:scale>
          <a:sx n="61" d="100"/>
          <a:sy n="61" d="100"/>
        </p:scale>
        <p:origin x="1098" y="282"/>
      </p:cViewPr>
      <p:guideLst/>
    </p:cSldViewPr>
  </p:slideViewPr>
  <p:outlineViewPr>
    <p:cViewPr>
      <p:scale>
        <a:sx n="33" d="100"/>
        <a:sy n="33" d="100"/>
      </p:scale>
      <p:origin x="0" y="-19659"/>
    </p:cViewPr>
  </p:outlineViewPr>
  <p:notesTextViewPr>
    <p:cViewPr>
      <p:scale>
        <a:sx n="125" d="100"/>
        <a:sy n="125" d="100"/>
      </p:scale>
      <p:origin x="0" y="0"/>
    </p:cViewPr>
  </p:notesTextViewPr>
  <p:sorterViewPr>
    <p:cViewPr varScale="1">
      <p:scale>
        <a:sx n="1" d="1"/>
        <a:sy n="1" d="1"/>
      </p:scale>
      <p:origin x="0" y="0"/>
    </p:cViewPr>
  </p:sorterViewPr>
  <p:notesViewPr>
    <p:cSldViewPr snapToGrid="0">
      <p:cViewPr>
        <p:scale>
          <a:sx n="86" d="100"/>
          <a:sy n="86" d="100"/>
        </p:scale>
        <p:origin x="6440" y="228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microsoft.com/office/2018/10/relationships/authors" Target="authors.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30F5A08-7575-F725-BFF1-D935F90F92AC}"/>
              </a:ext>
            </a:extLst>
          </p:cNvPr>
          <p:cNvSpPr>
            <a:spLocks noGrp="1"/>
          </p:cNvSpPr>
          <p:nvPr>
            <p:ph type="dt" sz="quarter" idx="1"/>
          </p:nvPr>
        </p:nvSpPr>
        <p:spPr>
          <a:xfrm>
            <a:off x="2743200" y="8778240"/>
            <a:ext cx="685800" cy="186772"/>
          </a:xfrm>
          <a:prstGeom prst="rect">
            <a:avLst/>
          </a:prstGeom>
        </p:spPr>
        <p:txBody>
          <a:bodyPr vert="horz" lIns="0" tIns="0" rIns="0" bIns="0" rtlCol="0" anchor="ctr"/>
          <a:lstStyle>
            <a:lvl1pPr algn="r">
              <a:defRPr sz="1200"/>
            </a:lvl1pPr>
          </a:lstStyle>
          <a:p>
            <a:pPr algn="l"/>
            <a:fld id="{29AC45B9-84CC-40E1-828C-10F71E33992E}" type="datetimeFigureOut">
              <a:rPr lang="en-US" sz="700" smtClean="0"/>
              <a:pPr algn="l"/>
              <a:t>4/16/2026</a:t>
            </a:fld>
            <a:endParaRPr lang="en-US" sz="700" dirty="0"/>
          </a:p>
        </p:txBody>
      </p:sp>
      <p:sp>
        <p:nvSpPr>
          <p:cNvPr id="4" name="Footer Placeholder 3">
            <a:extLst>
              <a:ext uri="{FF2B5EF4-FFF2-40B4-BE49-F238E27FC236}">
                <a16:creationId xmlns:a16="http://schemas.microsoft.com/office/drawing/2014/main" id="{37A56218-DB2F-0418-99B8-6A1ACC2C9AFC}"/>
              </a:ext>
            </a:extLst>
          </p:cNvPr>
          <p:cNvSpPr>
            <a:spLocks noGrp="1"/>
          </p:cNvSpPr>
          <p:nvPr>
            <p:ph type="ftr" sz="quarter" idx="2"/>
          </p:nvPr>
        </p:nvSpPr>
        <p:spPr>
          <a:xfrm>
            <a:off x="1005840" y="8778240"/>
            <a:ext cx="1645920" cy="186772"/>
          </a:xfrm>
          <a:prstGeom prst="rect">
            <a:avLst/>
          </a:prstGeom>
        </p:spPr>
        <p:txBody>
          <a:bodyPr vert="horz" lIns="0" tIns="0" rIns="0" bIns="0" rtlCol="0" anchor="ctr"/>
          <a:lstStyle>
            <a:lvl1pPr algn="l">
              <a:defRPr sz="1200"/>
            </a:lvl1pPr>
          </a:lstStyle>
          <a:p>
            <a:r>
              <a:rPr lang="en-US" sz="700" dirty="0"/>
              <a:t>© 2024 Cognizant | Private</a:t>
            </a:r>
          </a:p>
        </p:txBody>
      </p:sp>
      <p:sp>
        <p:nvSpPr>
          <p:cNvPr id="5" name="Slide Number Placeholder 4">
            <a:extLst>
              <a:ext uri="{FF2B5EF4-FFF2-40B4-BE49-F238E27FC236}">
                <a16:creationId xmlns:a16="http://schemas.microsoft.com/office/drawing/2014/main" id="{E623B4F1-BEDD-220B-3FE3-DF0A0400F465}"/>
              </a:ext>
            </a:extLst>
          </p:cNvPr>
          <p:cNvSpPr>
            <a:spLocks noGrp="1"/>
          </p:cNvSpPr>
          <p:nvPr>
            <p:ph type="sldNum" sz="quarter" idx="3"/>
          </p:nvPr>
        </p:nvSpPr>
        <p:spPr>
          <a:xfrm>
            <a:off x="457200" y="8778240"/>
            <a:ext cx="457200" cy="186772"/>
          </a:xfrm>
          <a:prstGeom prst="rect">
            <a:avLst/>
          </a:prstGeom>
        </p:spPr>
        <p:txBody>
          <a:bodyPr vert="horz" lIns="0" tIns="0" rIns="0" bIns="0" rtlCol="0" anchor="ctr"/>
          <a:lstStyle>
            <a:lvl1pPr algn="r">
              <a:defRPr sz="1200"/>
            </a:lvl1pPr>
          </a:lstStyle>
          <a:p>
            <a:pPr algn="l"/>
            <a:fld id="{885E0265-FDA2-4E8C-937F-39DAB9288447}" type="slidenum">
              <a:rPr lang="en-US" sz="700" smtClean="0"/>
              <a:pPr algn="l"/>
              <a:t>‹#›</a:t>
            </a:fld>
            <a:endParaRPr lang="en-US" sz="700" dirty="0"/>
          </a:p>
        </p:txBody>
      </p:sp>
      <p:pic>
        <p:nvPicPr>
          <p:cNvPr id="6" name="Cognizant Logo_rgb_pos_2023">
            <a:extLst>
              <a:ext uri="{FF2B5EF4-FFF2-40B4-BE49-F238E27FC236}">
                <a16:creationId xmlns:a16="http://schemas.microsoft.com/office/drawing/2014/main" id="{77CDF549-6216-3CBB-4649-15E94847D77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0368" y="8782531"/>
            <a:ext cx="1170432" cy="205449"/>
          </a:xfrm>
          <a:prstGeom prst="rect">
            <a:avLst/>
          </a:prstGeom>
        </p:spPr>
      </p:pic>
    </p:spTree>
    <p:extLst>
      <p:ext uri="{BB962C8B-B14F-4D97-AF65-F5344CB8AC3E}">
        <p14:creationId xmlns:p14="http://schemas.microsoft.com/office/powerpoint/2010/main" val="2023093806"/>
      </p:ext>
    </p:extLst>
  </p:cSld>
  <p:clrMap bg1="lt1" tx1="dk1" bg2="lt2" tx2="dk2" accent1="accent1" accent2="accent2" accent3="accent3" accent4="accent4" accent5="accent5" accent6="accent6" hlink="hlink" folHlink="folHlink"/>
  <p:hf dt="0"/>
  <p:extLst>
    <p:ext uri="{56416CCD-93CA-4268-BC5B-53C4BB910035}">
      <p15:sldGuideLst xmlns:p15="http://schemas.microsoft.com/office/powerpoint/2012/main">
        <p15:guide id="1" orient="horz" pos="288" userDrawn="1">
          <p15:clr>
            <a:srgbClr val="F26B43"/>
          </p15:clr>
        </p15:guide>
        <p15:guide id="2" pos="4008" userDrawn="1">
          <p15:clr>
            <a:srgbClr val="F26B43"/>
          </p15:clr>
        </p15:guide>
        <p15:guide id="3" pos="288"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2743200" y="8778240"/>
            <a:ext cx="685800" cy="182880"/>
          </a:xfrm>
          <a:prstGeom prst="rect">
            <a:avLst/>
          </a:prstGeom>
        </p:spPr>
        <p:txBody>
          <a:bodyPr vert="horz" lIns="0" tIns="0" rIns="0" bIns="0" rtlCol="0" anchor="ctr"/>
          <a:lstStyle>
            <a:lvl1pPr algn="just">
              <a:defRPr sz="700">
                <a:solidFill>
                  <a:schemeClr val="tx1"/>
                </a:solidFill>
              </a:defRPr>
            </a:lvl1pPr>
          </a:lstStyle>
          <a:p>
            <a:fld id="{77F90463-ABF8-694C-8BD0-274F394D1536}" type="datetimeFigureOut">
              <a:rPr lang="en-US" smtClean="0"/>
              <a:pPr/>
              <a:t>4/16/2026</a:t>
            </a:fld>
            <a:endParaRPr lang="en-US" dirty="0"/>
          </a:p>
        </p:txBody>
      </p:sp>
      <p:sp>
        <p:nvSpPr>
          <p:cNvPr id="4" name="Slide Image Placeholder 3"/>
          <p:cNvSpPr>
            <a:spLocks noGrp="1" noRot="1" noChangeAspect="1"/>
          </p:cNvSpPr>
          <p:nvPr>
            <p:ph type="sldImg" idx="2"/>
          </p:nvPr>
        </p:nvSpPr>
        <p:spPr>
          <a:xfrm>
            <a:off x="685800" y="685800"/>
            <a:ext cx="5486400" cy="3086100"/>
          </a:xfrm>
          <a:prstGeom prst="rect">
            <a:avLst/>
          </a:prstGeom>
          <a:noFill/>
          <a:ln w="6350">
            <a:solidFill>
              <a:schemeClr val="accent6"/>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003766"/>
            <a:ext cx="5486400" cy="4572000"/>
          </a:xfrm>
          <a:prstGeom prst="rect">
            <a:avLst/>
          </a:prstGeom>
        </p:spPr>
        <p:txBody>
          <a:bodyPr vert="horz" lIns="0" tIns="0" rIns="0" bIns="0" numCol="2" spcCol="457200" rtlCol="0"/>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Footer Placeholder 5"/>
          <p:cNvSpPr>
            <a:spLocks noGrp="1"/>
          </p:cNvSpPr>
          <p:nvPr>
            <p:ph type="ftr" sz="quarter" idx="4"/>
          </p:nvPr>
        </p:nvSpPr>
        <p:spPr>
          <a:xfrm>
            <a:off x="1005839" y="8778240"/>
            <a:ext cx="1645920" cy="182880"/>
          </a:xfrm>
          <a:prstGeom prst="rect">
            <a:avLst/>
          </a:prstGeom>
        </p:spPr>
        <p:txBody>
          <a:bodyPr vert="horz" lIns="0" tIns="0" rIns="0" bIns="0" rtlCol="0" anchor="ctr"/>
          <a:lstStyle>
            <a:lvl1pPr algn="l">
              <a:defRPr sz="700">
                <a:solidFill>
                  <a:schemeClr val="tx1"/>
                </a:solidFill>
              </a:defRPr>
            </a:lvl1pPr>
          </a:lstStyle>
          <a:p>
            <a:r>
              <a:rPr lang="en-US" dirty="0"/>
              <a:t>© 2024 Cognizant | Private</a:t>
            </a:r>
          </a:p>
        </p:txBody>
      </p:sp>
      <p:sp>
        <p:nvSpPr>
          <p:cNvPr id="7" name="Slide Number Placeholder 6"/>
          <p:cNvSpPr>
            <a:spLocks noGrp="1"/>
          </p:cNvSpPr>
          <p:nvPr>
            <p:ph type="sldNum" sz="quarter" idx="5"/>
          </p:nvPr>
        </p:nvSpPr>
        <p:spPr>
          <a:xfrm>
            <a:off x="457200" y="8778240"/>
            <a:ext cx="457200" cy="182880"/>
          </a:xfrm>
          <a:prstGeom prst="rect">
            <a:avLst/>
          </a:prstGeom>
        </p:spPr>
        <p:txBody>
          <a:bodyPr vert="horz" lIns="0" tIns="0" rIns="0" bIns="0" rtlCol="0" anchor="ctr"/>
          <a:lstStyle>
            <a:lvl1pPr algn="l">
              <a:defRPr sz="700">
                <a:solidFill>
                  <a:schemeClr val="tx1"/>
                </a:solidFill>
              </a:defRPr>
            </a:lvl1pPr>
          </a:lstStyle>
          <a:p>
            <a:fld id="{3B1EFD08-C94F-6048-8AD6-4B7ED2EB73E5}" type="slidenum">
              <a:rPr lang="en-US" smtClean="0"/>
              <a:pPr/>
              <a:t>‹#›</a:t>
            </a:fld>
            <a:endParaRPr lang="en-US" dirty="0"/>
          </a:p>
        </p:txBody>
      </p:sp>
      <p:pic>
        <p:nvPicPr>
          <p:cNvPr id="14" name="Cognizant Logo_rgb_pos_2023">
            <a:extLst>
              <a:ext uri="{FF2B5EF4-FFF2-40B4-BE49-F238E27FC236}">
                <a16:creationId xmlns:a16="http://schemas.microsoft.com/office/drawing/2014/main" id="{A2974059-71CF-4B2E-674F-C2960C7D063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0368" y="8782531"/>
            <a:ext cx="1170432" cy="205449"/>
          </a:xfrm>
          <a:prstGeom prst="rect">
            <a:avLst/>
          </a:prstGeom>
        </p:spPr>
      </p:pic>
      <p:sp>
        <p:nvSpPr>
          <p:cNvPr id="9" name="TextBox 8">
            <a:extLst>
              <a:ext uri="{FF2B5EF4-FFF2-40B4-BE49-F238E27FC236}">
                <a16:creationId xmlns:a16="http://schemas.microsoft.com/office/drawing/2014/main" id="{A173F526-7A43-BDC0-E786-AC0B86C66A25}"/>
              </a:ext>
            </a:extLst>
          </p:cNvPr>
          <p:cNvSpPr txBox="1"/>
          <p:nvPr/>
        </p:nvSpPr>
        <p:spPr>
          <a:xfrm>
            <a:off x="7246125" y="4003766"/>
            <a:ext cx="2779024" cy="1061829"/>
          </a:xfrm>
          <a:prstGeom prst="rect">
            <a:avLst/>
          </a:prstGeom>
          <a:solidFill>
            <a:schemeClr val="accent6"/>
          </a:solidFill>
        </p:spPr>
        <p:txBody>
          <a:bodyPr wrap="square" rtlCol="0">
            <a:spAutoFit/>
          </a:bodyPr>
          <a:lstStyle/>
          <a:p>
            <a:r>
              <a:rPr lang="en-US" sz="1050" dirty="0">
                <a:solidFill>
                  <a:schemeClr val="tx1"/>
                </a:solidFill>
              </a:rPr>
              <a:t>Speaker Notes will automatically appear in the text box on the page. To design the handout page differently, insert any additional text boxes and graphics as needed, and move the Speaker Notes box off of the page, but do not delete it. </a:t>
            </a:r>
          </a:p>
        </p:txBody>
      </p:sp>
    </p:spTree>
    <p:extLst>
      <p:ext uri="{BB962C8B-B14F-4D97-AF65-F5344CB8AC3E}">
        <p14:creationId xmlns:p14="http://schemas.microsoft.com/office/powerpoint/2010/main" val="3393915420"/>
      </p:ext>
    </p:extLst>
  </p:cSld>
  <p:clrMap bg1="lt1" tx1="dk1" bg2="lt2" tx2="dk2" accent1="accent1" accent2="accent2" accent3="accent3" accent4="accent4" accent5="accent5" accent6="accent6" hlink="hlink" folHlink="folHlink"/>
  <p:hf dt="0"/>
  <p:notesStyle>
    <a:lvl1pPr marL="0" algn="l" defTabSz="914400" rtl="0" eaLnBrk="1" latinLnBrk="0" hangingPunct="1">
      <a:spcBef>
        <a:spcPts val="900"/>
      </a:spcBef>
      <a:defRPr sz="1050" kern="1200">
        <a:solidFill>
          <a:schemeClr val="tx1"/>
        </a:solidFill>
        <a:latin typeface="+mn-lt"/>
        <a:ea typeface="+mn-ea"/>
        <a:cs typeface="+mn-cs"/>
      </a:defRPr>
    </a:lvl1pPr>
    <a:lvl2pPr marL="231775" indent="-13716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2pPr>
    <a:lvl3pPr marL="411480" indent="-13716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3pPr>
    <a:lvl4pPr marL="573088" indent="-12700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4pPr>
    <a:lvl5pPr marL="1828800" algn="l" defTabSz="914400" rtl="0" eaLnBrk="1" latinLnBrk="0" hangingPunct="1">
      <a:spcBef>
        <a:spcPts val="900"/>
      </a:spcBef>
      <a:defRPr sz="105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2" pos="432" userDrawn="1">
          <p15:clr>
            <a:srgbClr val="F26B43"/>
          </p15:clr>
        </p15:guide>
        <p15:guide id="3" pos="3888" userDrawn="1">
          <p15:clr>
            <a:srgbClr val="F26B43"/>
          </p15:clr>
        </p15:guide>
        <p15:guide id="4" orient="horz" pos="432" userDrawn="1">
          <p15:clr>
            <a:srgbClr val="F26B43"/>
          </p15:clr>
        </p15:guide>
        <p15:guide id="5" pos="2064" userDrawn="1">
          <p15:clr>
            <a:srgbClr val="F26B43"/>
          </p15:clr>
        </p15:guide>
        <p15:guide id="6" pos="225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Header Placeholder 4">
            <a:extLst>
              <a:ext uri="{FF2B5EF4-FFF2-40B4-BE49-F238E27FC236}">
                <a16:creationId xmlns:a16="http://schemas.microsoft.com/office/drawing/2014/main" id="{AD61830B-85AB-908F-E819-D770B13C7699}"/>
              </a:ext>
            </a:extLst>
          </p:cNvPr>
          <p:cNvSpPr>
            <a:spLocks noGrp="1"/>
          </p:cNvSpPr>
          <p:nvPr>
            <p:ph type="hdr" sz="quarter"/>
          </p:nvPr>
        </p:nvSpPr>
        <p:spPr>
          <a:xfrm>
            <a:off x="0" y="228600"/>
            <a:ext cx="3429000" cy="228600"/>
          </a:xfrm>
          <a:prstGeom prst="rect">
            <a:avLst/>
          </a:prstGeom>
        </p:spPr>
        <p:txBody>
          <a:bodyPr/>
          <a:lstStyle/>
          <a:p>
            <a:r>
              <a:rPr lang="en-US" dirty="0"/>
              <a:t>Presentation title</a:t>
            </a:r>
          </a:p>
        </p:txBody>
      </p:sp>
      <p:sp>
        <p:nvSpPr>
          <p:cNvPr id="6" name="Footer Placeholder 5">
            <a:extLst>
              <a:ext uri="{FF2B5EF4-FFF2-40B4-BE49-F238E27FC236}">
                <a16:creationId xmlns:a16="http://schemas.microsoft.com/office/drawing/2014/main" id="{5F2BB85D-C5E9-56A1-5B2C-F294052461D5}"/>
              </a:ext>
            </a:extLst>
          </p:cNvPr>
          <p:cNvSpPr>
            <a:spLocks noGrp="1"/>
          </p:cNvSpPr>
          <p:nvPr>
            <p:ph type="ftr" sz="quarter" idx="4"/>
          </p:nvPr>
        </p:nvSpPr>
        <p:spPr/>
        <p:txBody>
          <a:bodyPr/>
          <a:lstStyle/>
          <a:p>
            <a:r>
              <a:rPr lang="en-US" dirty="0"/>
              <a:t>© 2024 Cognizant | Private</a:t>
            </a:r>
          </a:p>
        </p:txBody>
      </p:sp>
      <p:sp>
        <p:nvSpPr>
          <p:cNvPr id="7" name="Slide Number Placeholder 6">
            <a:extLst>
              <a:ext uri="{FF2B5EF4-FFF2-40B4-BE49-F238E27FC236}">
                <a16:creationId xmlns:a16="http://schemas.microsoft.com/office/drawing/2014/main" id="{0FFF4630-F4DE-449C-EDFB-181F737A1EDF}"/>
              </a:ext>
            </a:extLst>
          </p:cNvPr>
          <p:cNvSpPr>
            <a:spLocks noGrp="1"/>
          </p:cNvSpPr>
          <p:nvPr>
            <p:ph type="sldNum" sz="quarter" idx="5"/>
          </p:nvPr>
        </p:nvSpPr>
        <p:spPr/>
        <p:txBody>
          <a:bodyPr/>
          <a:lstStyle/>
          <a:p>
            <a:fld id="{3B1EFD08-C94F-6048-8AD6-4B7ED2EB73E5}" type="slidenum">
              <a:rPr lang="en-US" smtClean="0"/>
              <a:pPr/>
              <a:t>1</a:t>
            </a:fld>
            <a:endParaRPr lang="en-US" dirty="0"/>
          </a:p>
        </p:txBody>
      </p:sp>
    </p:spTree>
    <p:extLst>
      <p:ext uri="{BB962C8B-B14F-4D97-AF65-F5344CB8AC3E}">
        <p14:creationId xmlns:p14="http://schemas.microsoft.com/office/powerpoint/2010/main" val="5804080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C3777184-81F0-E0F2-1EC9-0750B464E46C}"/>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EA061DD8-6B28-F45C-129C-A5B6E28BFA86}"/>
              </a:ext>
            </a:extLst>
          </p:cNvPr>
          <p:cNvSpPr>
            <a:spLocks noGrp="1"/>
          </p:cNvSpPr>
          <p:nvPr>
            <p:ph type="ftr" sz="quarter" idx="4"/>
          </p:nvPr>
        </p:nvSpPr>
        <p:spPr/>
        <p:txBody>
          <a:bodyPr/>
          <a:lstStyle/>
          <a:p>
            <a:r>
              <a:rPr lang="en-US"/>
              <a:t>© 2024 Cognizant | Private</a:t>
            </a:r>
          </a:p>
        </p:txBody>
      </p:sp>
      <p:sp>
        <p:nvSpPr>
          <p:cNvPr id="7" name="Slide Number Placeholder 6">
            <a:extLst>
              <a:ext uri="{FF2B5EF4-FFF2-40B4-BE49-F238E27FC236}">
                <a16:creationId xmlns:a16="http://schemas.microsoft.com/office/drawing/2014/main" id="{70599BD7-15A2-3D63-399B-63FFA4543D68}"/>
              </a:ext>
            </a:extLst>
          </p:cNvPr>
          <p:cNvSpPr>
            <a:spLocks noGrp="1"/>
          </p:cNvSpPr>
          <p:nvPr>
            <p:ph type="sldNum" sz="quarter" idx="5"/>
          </p:nvPr>
        </p:nvSpPr>
        <p:spPr/>
        <p:txBody>
          <a:bodyPr/>
          <a:lstStyle/>
          <a:p>
            <a:fld id="{3B1EFD08-C94F-6048-8AD6-4B7ED2EB73E5}" type="slidenum">
              <a:rPr lang="en-US" smtClean="0"/>
              <a:pPr/>
              <a:t>2</a:t>
            </a:fld>
            <a:endParaRPr lang="en-US"/>
          </a:p>
        </p:txBody>
      </p:sp>
    </p:spTree>
    <p:extLst>
      <p:ext uri="{BB962C8B-B14F-4D97-AF65-F5344CB8AC3E}">
        <p14:creationId xmlns:p14="http://schemas.microsoft.com/office/powerpoint/2010/main" val="20469354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COV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600379" y="2407182"/>
            <a:ext cx="8991244"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COVERS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334358417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ver 1">
    <p:bg bwMode="auto">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8B373-B954-E6CF-C9C8-9AC20DDB2431}"/>
              </a:ext>
            </a:extLst>
          </p:cNvPr>
          <p:cNvSpPr>
            <a:spLocks noGrp="1"/>
          </p:cNvSpPr>
          <p:nvPr>
            <p:ph type="ctrTitle" hasCustomPrompt="1"/>
          </p:nvPr>
        </p:nvSpPr>
        <p:spPr bwMode="white">
          <a:xfrm>
            <a:off x="1005839" y="2936367"/>
            <a:ext cx="4023360" cy="997196"/>
          </a:xfrm>
        </p:spPr>
        <p:txBody>
          <a:bodyPr anchor="b"/>
          <a:lstStyle>
            <a:lvl1pPr algn="l">
              <a:defRPr sz="3600" b="1"/>
            </a:lvl1pPr>
          </a:lstStyle>
          <a:p>
            <a:r>
              <a:rPr lang="en-US" dirty="0"/>
              <a:t>Click to add title Arial 36pt bold</a:t>
            </a:r>
          </a:p>
        </p:txBody>
      </p:sp>
      <p:sp>
        <p:nvSpPr>
          <p:cNvPr id="3" name="Subtitle 2">
            <a:extLst>
              <a:ext uri="{FF2B5EF4-FFF2-40B4-BE49-F238E27FC236}">
                <a16:creationId xmlns:a16="http://schemas.microsoft.com/office/drawing/2014/main" id="{0C972F9C-09A7-DBD8-2D67-0D748097DF24}"/>
              </a:ext>
            </a:extLst>
          </p:cNvPr>
          <p:cNvSpPr>
            <a:spLocks noGrp="1"/>
          </p:cNvSpPr>
          <p:nvPr>
            <p:ph type="subTitle" idx="1" hasCustomPrompt="1"/>
          </p:nvPr>
        </p:nvSpPr>
        <p:spPr bwMode="white">
          <a:xfrm>
            <a:off x="1005839" y="4187952"/>
            <a:ext cx="4023360" cy="332399"/>
          </a:xfrm>
        </p:spPr>
        <p:txBody>
          <a:bodyPr>
            <a:spAutoFit/>
          </a:bodyPr>
          <a:lstStyle>
            <a:lvl1pPr marL="0" indent="0" algn="l">
              <a:lnSpc>
                <a:spcPct val="90000"/>
              </a:lnSpc>
              <a:buNone/>
              <a:defRPr sz="24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6" name="Text Placeholder 15">
            <a:extLst>
              <a:ext uri="{FF2B5EF4-FFF2-40B4-BE49-F238E27FC236}">
                <a16:creationId xmlns:a16="http://schemas.microsoft.com/office/drawing/2014/main" id="{368BAD18-89D3-751D-5AD5-9D192969E4B8}"/>
              </a:ext>
            </a:extLst>
          </p:cNvPr>
          <p:cNvSpPr>
            <a:spLocks noGrp="1"/>
          </p:cNvSpPr>
          <p:nvPr>
            <p:ph type="body" sz="quarter" idx="13" hasCustomPrompt="1"/>
          </p:nvPr>
        </p:nvSpPr>
        <p:spPr bwMode="white">
          <a:xfrm>
            <a:off x="1005840" y="5221923"/>
            <a:ext cx="4023360" cy="187359"/>
          </a:xfrm>
        </p:spPr>
        <p:txBody>
          <a:bodyPr>
            <a:spAutoFit/>
          </a:bodyPr>
          <a:lstStyle>
            <a:lvl1pPr marL="0" indent="0">
              <a:buNone/>
              <a:defRPr sz="1200"/>
            </a:lvl1pPr>
          </a:lstStyle>
          <a:p>
            <a:pPr lvl="0"/>
            <a:r>
              <a:rPr lang="en-US" dirty="0"/>
              <a:t>Click to add date</a:t>
            </a:r>
          </a:p>
        </p:txBody>
      </p:sp>
      <p:pic>
        <p:nvPicPr>
          <p:cNvPr id="5" name="Cognizant Logo_rgb_rev_2023">
            <a:extLst>
              <a:ext uri="{FF2B5EF4-FFF2-40B4-BE49-F238E27FC236}">
                <a16:creationId xmlns:a16="http://schemas.microsoft.com/office/drawing/2014/main" id="{6D31EA89-5C1D-DE6B-0A5E-E426A85A669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7141" y="534665"/>
            <a:ext cx="1783080" cy="312988"/>
          </a:xfrm>
          <a:prstGeom prst="rect">
            <a:avLst/>
          </a:prstGeom>
        </p:spPr>
      </p:pic>
      <p:sp>
        <p:nvSpPr>
          <p:cNvPr id="4" name="Date Placeholder 3">
            <a:extLst>
              <a:ext uri="{FF2B5EF4-FFF2-40B4-BE49-F238E27FC236}">
                <a16:creationId xmlns:a16="http://schemas.microsoft.com/office/drawing/2014/main" id="{F704D708-80D4-E81A-396C-38F535D61CAA}"/>
              </a:ext>
            </a:extLst>
          </p:cNvPr>
          <p:cNvSpPr>
            <a:spLocks noGrp="1"/>
          </p:cNvSpPr>
          <p:nvPr>
            <p:ph type="dt" sz="half" idx="14"/>
          </p:nvPr>
        </p:nvSpPr>
        <p:spPr bwMode="white"/>
        <p:txBody>
          <a:bodyPr/>
          <a:lstStyle/>
          <a:p>
            <a:fld id="{C654E610-DB42-4088-BCAC-33270A5A4A3B}" type="datetime1">
              <a:rPr lang="en-US" smtClean="0"/>
              <a:t>4/16/2026</a:t>
            </a:fld>
            <a:endParaRPr lang="en-US" dirty="0"/>
          </a:p>
        </p:txBody>
      </p:sp>
      <p:sp>
        <p:nvSpPr>
          <p:cNvPr id="6" name="Footer Placeholder 5">
            <a:extLst>
              <a:ext uri="{FF2B5EF4-FFF2-40B4-BE49-F238E27FC236}">
                <a16:creationId xmlns:a16="http://schemas.microsoft.com/office/drawing/2014/main" id="{A7F602FB-08B6-9224-2ED9-82E1EB902A97}"/>
              </a:ext>
            </a:extLst>
          </p:cNvPr>
          <p:cNvSpPr>
            <a:spLocks noGrp="1"/>
          </p:cNvSpPr>
          <p:nvPr>
            <p:ph type="ftr" sz="quarter" idx="15"/>
          </p:nvPr>
        </p:nvSpPr>
        <p:spPr bwMode="white">
          <a:xfrm>
            <a:off x="1005840" y="6400800"/>
            <a:ext cx="1371600" cy="228600"/>
          </a:xfrm>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C08A7654-3A43-87A9-ABBA-350B88EB467E}"/>
              </a:ext>
            </a:extLst>
          </p:cNvPr>
          <p:cNvSpPr>
            <a:spLocks noGrp="1"/>
          </p:cNvSpPr>
          <p:nvPr>
            <p:ph type="sldNum" sz="quarter" idx="16"/>
          </p:nvPr>
        </p:nvSpPr>
        <p:spPr bwMode="white"/>
        <p:txBody>
          <a:bodyPr/>
          <a:lstStyle/>
          <a:p>
            <a:fld id="{38826FC0-333C-E549-9FA3-0EE43DF298A3}" type="slidenum">
              <a:rPr lang="en-US" smtClean="0"/>
              <a:pPr/>
              <a:t>‹#›</a:t>
            </a:fld>
            <a:endParaRPr lang="en-US" dirty="0"/>
          </a:p>
        </p:txBody>
      </p:sp>
      <p:pic>
        <p:nvPicPr>
          <p:cNvPr id="14" name="Picture 13">
            <a:extLst>
              <a:ext uri="{FF2B5EF4-FFF2-40B4-BE49-F238E27FC236}">
                <a16:creationId xmlns:a16="http://schemas.microsoft.com/office/drawing/2014/main" id="{D0F03245-CDE7-48AA-BD1B-F0D6935521F6}"/>
              </a:ext>
            </a:extLst>
          </p:cNvPr>
          <p:cNvPicPr>
            <a:picLocks noChangeAspect="1"/>
          </p:cNvPicPr>
          <p:nvPr/>
        </p:nvPicPr>
        <p:blipFill rotWithShape="1">
          <a:blip r:embed="rId4">
            <a:alphaModFix/>
          </a:blip>
          <a:srcRect l="-2" r="-9" b="23"/>
          <a:stretch/>
        </p:blipFill>
        <p:spPr>
          <a:xfrm>
            <a:off x="5221960" y="-2"/>
            <a:ext cx="6970040" cy="6858002"/>
          </a:xfrm>
          <a:prstGeom prst="rect">
            <a:avLst/>
          </a:prstGeom>
        </p:spPr>
      </p:pic>
    </p:spTree>
    <p:extLst>
      <p:ext uri="{BB962C8B-B14F-4D97-AF65-F5344CB8AC3E}">
        <p14:creationId xmlns:p14="http://schemas.microsoft.com/office/powerpoint/2010/main" val="8384312"/>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over 2">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hasCustomPrompt="1"/>
          </p:nvPr>
        </p:nvSpPr>
        <p:spPr>
          <a:xfrm>
            <a:off x="1005840" y="2431804"/>
            <a:ext cx="8712200" cy="997196"/>
          </a:xfrm>
        </p:spPr>
        <p:txBody>
          <a:bodyPr anchor="b">
            <a:spAutoFit/>
          </a:bodyPr>
          <a:lstStyle>
            <a:lvl1pPr algn="l">
              <a:defRPr sz="3600" b="1">
                <a:solidFill>
                  <a:schemeClr val="tx2"/>
                </a:solidFill>
              </a:defRPr>
            </a:lvl1pPr>
          </a:lstStyle>
          <a:p>
            <a:r>
              <a:rPr lang="en-US" dirty="0"/>
              <a:t>Click to add extra long presentation </a:t>
            </a:r>
            <a:br>
              <a:rPr lang="en-US" dirty="0"/>
            </a:br>
            <a:r>
              <a:rPr lang="en-US" dirty="0"/>
              <a:t>title Arial 36pt bold</a:t>
            </a:r>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hasCustomPrompt="1"/>
          </p:nvPr>
        </p:nvSpPr>
        <p:spPr>
          <a:xfrm>
            <a:off x="1005840" y="3885739"/>
            <a:ext cx="8712200" cy="276999"/>
          </a:xfrm>
          <a:prstGeom prst="rect">
            <a:avLst/>
          </a:prstGeom>
        </p:spPr>
        <p:txBody>
          <a:bodyPr wrap="square" lIns="0" tIns="0" rIns="0" bIns="0">
            <a:spAutoFit/>
          </a:bodyPr>
          <a:lstStyle>
            <a:lvl1pPr marL="0" indent="0" algn="l">
              <a:lnSpc>
                <a:spcPct val="90000"/>
              </a:lnSpc>
              <a:buNone/>
              <a:defRPr sz="20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005840" y="5221922"/>
            <a:ext cx="4023360" cy="187359"/>
          </a:xfrm>
          <a:prstGeom prst="rect">
            <a:avLst/>
          </a:prstGeom>
        </p:spPr>
        <p:txBody>
          <a:bodyPr wrap="none">
            <a:spAutoFit/>
          </a:bodyPr>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add date</a:t>
            </a:r>
          </a:p>
        </p:txBody>
      </p:sp>
      <p:pic>
        <p:nvPicPr>
          <p:cNvPr id="2" name="Cognizant Logo_rgb_rev_2023">
            <a:extLst>
              <a:ext uri="{FF2B5EF4-FFF2-40B4-BE49-F238E27FC236}">
                <a16:creationId xmlns:a16="http://schemas.microsoft.com/office/drawing/2014/main" id="{A289B6B7-484E-820F-55A6-B545B1D7FEA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invGray">
          <a:xfrm>
            <a:off x="376990" y="1095300"/>
            <a:ext cx="2624328" cy="460654"/>
          </a:xfrm>
          <a:prstGeom prst="rect">
            <a:avLst/>
          </a:prstGeom>
        </p:spPr>
      </p:pic>
      <p:sp>
        <p:nvSpPr>
          <p:cNvPr id="5" name="Date Placeholder 4">
            <a:extLst>
              <a:ext uri="{FF2B5EF4-FFF2-40B4-BE49-F238E27FC236}">
                <a16:creationId xmlns:a16="http://schemas.microsoft.com/office/drawing/2014/main" id="{7ED7D619-D61B-E60B-63C9-B090CABB0105}"/>
              </a:ext>
            </a:extLst>
          </p:cNvPr>
          <p:cNvSpPr>
            <a:spLocks noGrp="1"/>
          </p:cNvSpPr>
          <p:nvPr>
            <p:ph type="dt" sz="half" idx="13"/>
          </p:nvPr>
        </p:nvSpPr>
        <p:spPr/>
        <p:txBody>
          <a:bodyPr/>
          <a:lstStyle/>
          <a:p>
            <a:fld id="{295A92A4-D239-4DAC-83D7-9560A78607E9}" type="datetime1">
              <a:rPr lang="en-US" smtClean="0"/>
              <a:t>4/16/2026</a:t>
            </a:fld>
            <a:endParaRPr lang="en-US" dirty="0"/>
          </a:p>
        </p:txBody>
      </p:sp>
      <p:sp>
        <p:nvSpPr>
          <p:cNvPr id="6" name="Footer Placeholder 5">
            <a:extLst>
              <a:ext uri="{FF2B5EF4-FFF2-40B4-BE49-F238E27FC236}">
                <a16:creationId xmlns:a16="http://schemas.microsoft.com/office/drawing/2014/main" id="{70F51BFC-5EC2-9CD1-7F12-40FA9671C977}"/>
              </a:ext>
            </a:extLst>
          </p:cNvPr>
          <p:cNvSpPr>
            <a:spLocks noGrp="1"/>
          </p:cNvSpPr>
          <p:nvPr>
            <p:ph type="ftr" sz="quarter" idx="14"/>
          </p:nvPr>
        </p:nvSpPr>
        <p:spPr>
          <a:xfrm>
            <a:off x="1005840" y="6400800"/>
            <a:ext cx="1371600" cy="228600"/>
          </a:xfrm>
        </p:spPr>
        <p:txBody>
          <a:bodyPr/>
          <a:lstStyle/>
          <a:p>
            <a:r>
              <a:rPr lang="en-US"/>
              <a:t>© 2025–2027 Cognizant | Private</a:t>
            </a:r>
            <a:endParaRPr lang="en-US" dirty="0"/>
          </a:p>
        </p:txBody>
      </p:sp>
      <p:sp>
        <p:nvSpPr>
          <p:cNvPr id="7" name="Slide Number Placeholder 6">
            <a:extLst>
              <a:ext uri="{FF2B5EF4-FFF2-40B4-BE49-F238E27FC236}">
                <a16:creationId xmlns:a16="http://schemas.microsoft.com/office/drawing/2014/main" id="{5A2E8399-6911-0E44-17E5-8C2D8297AA27}"/>
              </a:ext>
            </a:extLst>
          </p:cNvPr>
          <p:cNvSpPr>
            <a:spLocks noGrp="1"/>
          </p:cNvSpPr>
          <p:nvPr>
            <p:ph type="sldNum" sz="quarter" idx="1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9631327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Agenda - ligh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1" y="2930402"/>
            <a:ext cx="4754880" cy="997196"/>
          </a:xfrm>
        </p:spPr>
        <p:txBody>
          <a:bodyPr anchor="ctr"/>
          <a:lstStyle>
            <a:lvl1pPr algn="l">
              <a:defRPr sz="3600"/>
            </a:lvl1pPr>
          </a:lstStyle>
          <a:p>
            <a:r>
              <a:rPr lang="en-US" dirty="0"/>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dirty="0"/>
              <a:t>Click to add content</a:t>
            </a:r>
          </a:p>
          <a:p>
            <a:pPr lvl="1"/>
            <a:r>
              <a:rPr lang="en-US" dirty="0"/>
              <a:t>2nd level text</a:t>
            </a:r>
          </a:p>
          <a:p>
            <a:pPr lvl="2"/>
            <a:r>
              <a:rPr lang="en-US" dirty="0"/>
              <a:t>3rd level text</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4" name="Date Placeholder 3">
            <a:extLst>
              <a:ext uri="{FF2B5EF4-FFF2-40B4-BE49-F238E27FC236}">
                <a16:creationId xmlns:a16="http://schemas.microsoft.com/office/drawing/2014/main" id="{31347B8F-702B-F8D2-3BCF-E1C9AEB86CEC}"/>
              </a:ext>
            </a:extLst>
          </p:cNvPr>
          <p:cNvSpPr>
            <a:spLocks noGrp="1"/>
          </p:cNvSpPr>
          <p:nvPr>
            <p:ph type="dt" sz="half" idx="10"/>
          </p:nvPr>
        </p:nvSpPr>
        <p:spPr/>
        <p:txBody>
          <a:bodyPr/>
          <a:lstStyle/>
          <a:p>
            <a:fld id="{7BD0C447-63DF-4D3E-8633-1F74B6350F13}" type="datetime1">
              <a:rPr lang="en-US" smtClean="0"/>
              <a:t>4/16/2026</a:t>
            </a:fld>
            <a:endParaRPr lang="en-US" dirty="0"/>
          </a:p>
        </p:txBody>
      </p:sp>
      <p:sp>
        <p:nvSpPr>
          <p:cNvPr id="8" name="Footer Placeholder 7">
            <a:extLst>
              <a:ext uri="{FF2B5EF4-FFF2-40B4-BE49-F238E27FC236}">
                <a16:creationId xmlns:a16="http://schemas.microsoft.com/office/drawing/2014/main" id="{2D295671-87C9-E086-9979-83CE71CF0FF1}"/>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3DF2403-9115-12D2-6006-6F820363A79D}"/>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5" name="Straight Connector 4">
            <a:extLst>
              <a:ext uri="{FF2B5EF4-FFF2-40B4-BE49-F238E27FC236}">
                <a16:creationId xmlns:a16="http://schemas.microsoft.com/office/drawing/2014/main" id="{46BFA7A6-B1A7-45E7-3AC5-3E0FB62C8ACD}"/>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4722089"/>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Agenda - dark">
    <p:bg bwMode="ltGray">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bwMode="white">
          <a:xfrm>
            <a:off x="457201" y="2930402"/>
            <a:ext cx="4754880" cy="997196"/>
          </a:xfrm>
        </p:spPr>
        <p:txBody>
          <a:bodyPr anchor="ctr"/>
          <a:lstStyle>
            <a:lvl1pPr algn="l">
              <a:defRPr sz="3600"/>
            </a:lvl1pPr>
          </a:lstStyle>
          <a:p>
            <a:r>
              <a:rPr lang="en-US" dirty="0"/>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bwMode="white">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dirty="0"/>
              <a:t>Click to add text</a:t>
            </a:r>
          </a:p>
          <a:p>
            <a:pPr lvl="1"/>
            <a:r>
              <a:rPr lang="en-US" dirty="0"/>
              <a:t>Second level</a:t>
            </a:r>
          </a:p>
          <a:p>
            <a:pPr lvl="2"/>
            <a:r>
              <a:rPr lang="en-US" dirty="0"/>
              <a:t>Third level</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10" name="Date Placeholder 9">
            <a:extLst>
              <a:ext uri="{FF2B5EF4-FFF2-40B4-BE49-F238E27FC236}">
                <a16:creationId xmlns:a16="http://schemas.microsoft.com/office/drawing/2014/main" id="{3721A195-6B8B-725F-D366-5DEA3DB95C6B}"/>
              </a:ext>
            </a:extLst>
          </p:cNvPr>
          <p:cNvSpPr>
            <a:spLocks noGrp="1"/>
          </p:cNvSpPr>
          <p:nvPr>
            <p:ph type="dt" sz="half" idx="10"/>
          </p:nvPr>
        </p:nvSpPr>
        <p:spPr bwMode="white"/>
        <p:txBody>
          <a:bodyPr/>
          <a:lstStyle/>
          <a:p>
            <a:fld id="{35804F47-C571-497F-BD65-F5BF142AEBFB}" type="datetime1">
              <a:rPr lang="en-US" smtClean="0"/>
              <a:t>4/16/2026</a:t>
            </a:fld>
            <a:endParaRPr lang="en-US" dirty="0"/>
          </a:p>
        </p:txBody>
      </p:sp>
      <p:sp>
        <p:nvSpPr>
          <p:cNvPr id="11" name="Footer Placeholder 10">
            <a:extLst>
              <a:ext uri="{FF2B5EF4-FFF2-40B4-BE49-F238E27FC236}">
                <a16:creationId xmlns:a16="http://schemas.microsoft.com/office/drawing/2014/main" id="{0526A62E-F7DF-7CEE-ED9A-0CD867A6E84B}"/>
              </a:ext>
            </a:extLst>
          </p:cNvPr>
          <p:cNvSpPr>
            <a:spLocks noGrp="1"/>
          </p:cNvSpPr>
          <p:nvPr>
            <p:ph type="ftr" sz="quarter" idx="11"/>
          </p:nvPr>
        </p:nvSpPr>
        <p:spPr bwMode="white"/>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7A014AE8-178B-A9BA-EAEA-F7363ADD19D1}"/>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cxnSp>
        <p:nvCxnSpPr>
          <p:cNvPr id="4" name="Straight Connector 3">
            <a:extLst>
              <a:ext uri="{FF2B5EF4-FFF2-40B4-BE49-F238E27FC236}">
                <a16:creationId xmlns:a16="http://schemas.microsoft.com/office/drawing/2014/main" id="{02972682-3F2E-080B-6434-DA84A8F99BEB}"/>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pic>
        <p:nvPicPr>
          <p:cNvPr id="5" name="Cognizant Logo_rgb_rev_2023" descr="Cognizant logo reversed, SVG format">
            <a:extLst>
              <a:ext uri="{FF2B5EF4-FFF2-40B4-BE49-F238E27FC236}">
                <a16:creationId xmlns:a16="http://schemas.microsoft.com/office/drawing/2014/main" id="{EC1DBD74-512D-7084-97CF-8AB4F27F93C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947480793"/>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02199" y="-16933"/>
            <a:ext cx="7307799" cy="6874933"/>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hasCustomPrompt="1"/>
          </p:nvPr>
        </p:nvSpPr>
        <p:spPr>
          <a:xfrm>
            <a:off x="1005840" y="2563670"/>
            <a:ext cx="6969760" cy="1477328"/>
          </a:xfrm>
        </p:spPr>
        <p:txBody>
          <a:bodyPr wrap="square" anchor="b" anchorCtr="0">
            <a:spAutoFit/>
          </a:bodyPr>
          <a:lstStyle>
            <a:lvl1pPr algn="l">
              <a:lnSpc>
                <a:spcPct val="80000"/>
              </a:lnSpc>
              <a:defRPr sz="6000" b="1">
                <a:solidFill>
                  <a:schemeClr val="tx1"/>
                </a:solidFill>
              </a:defRPr>
            </a:lvl1pPr>
          </a:lstStyle>
          <a:p>
            <a:r>
              <a:rPr lang="en-US" dirty="0"/>
              <a:t>Click to add thank you Arial 60pt bold</a:t>
            </a:r>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hasCustomPrompt="1"/>
          </p:nvPr>
        </p:nvSpPr>
        <p:spPr>
          <a:xfrm>
            <a:off x="1005839" y="4187952"/>
            <a:ext cx="6969759" cy="738664"/>
          </a:xfrm>
          <a:prstGeom prst="rect">
            <a:avLst/>
          </a:prstGeom>
        </p:spPr>
        <p:txBody>
          <a:bodyPr wrap="square">
            <a:spAutoFit/>
          </a:bodyPr>
          <a:lstStyle>
            <a:lvl1pPr marL="0" indent="0">
              <a:lnSpc>
                <a:spcPct val="100000"/>
              </a:lnSpc>
              <a:buNone/>
              <a:defRPr sz="2400"/>
            </a:lvl1pPr>
          </a:lstStyle>
          <a:p>
            <a:r>
              <a:rPr lang="en-US" dirty="0"/>
              <a:t>Presenter’s name will go here</a:t>
            </a:r>
            <a:br>
              <a:rPr lang="en-US" dirty="0"/>
            </a:br>
            <a:r>
              <a:rPr lang="en-US" dirty="0"/>
              <a:t>Contact information will go here</a:t>
            </a:r>
          </a:p>
        </p:txBody>
      </p:sp>
      <p:pic>
        <p:nvPicPr>
          <p:cNvPr id="4" name="Cognizant Logo_rgb_pos_2023">
            <a:extLst>
              <a:ext uri="{FF2B5EF4-FFF2-40B4-BE49-F238E27FC236}">
                <a16:creationId xmlns:a16="http://schemas.microsoft.com/office/drawing/2014/main" id="{933CBE7C-62A0-B842-444A-9CB149FE479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7141" y="536757"/>
            <a:ext cx="1771158" cy="310896"/>
          </a:xfrm>
          <a:prstGeom prst="rect">
            <a:avLst/>
          </a:prstGeom>
        </p:spPr>
      </p:pic>
      <p:sp>
        <p:nvSpPr>
          <p:cNvPr id="8" name="Date Placeholder 7">
            <a:extLst>
              <a:ext uri="{FF2B5EF4-FFF2-40B4-BE49-F238E27FC236}">
                <a16:creationId xmlns:a16="http://schemas.microsoft.com/office/drawing/2014/main" id="{63AB218E-6446-9119-F020-EA0226D5EA00}"/>
              </a:ext>
            </a:extLst>
          </p:cNvPr>
          <p:cNvSpPr>
            <a:spLocks noGrp="1"/>
          </p:cNvSpPr>
          <p:nvPr>
            <p:ph type="dt" sz="half" idx="14"/>
          </p:nvPr>
        </p:nvSpPr>
        <p:spPr/>
        <p:txBody>
          <a:bodyPr/>
          <a:lstStyle/>
          <a:p>
            <a:fld id="{FC49663A-D29C-4B22-94EC-2FFD1DA1E12C}" type="datetime1">
              <a:rPr lang="en-US" smtClean="0"/>
              <a:t>4/16/2026</a:t>
            </a:fld>
            <a:endParaRPr lang="en-US" dirty="0"/>
          </a:p>
        </p:txBody>
      </p:sp>
      <p:sp>
        <p:nvSpPr>
          <p:cNvPr id="10" name="Footer Placeholder 9">
            <a:extLst>
              <a:ext uri="{FF2B5EF4-FFF2-40B4-BE49-F238E27FC236}">
                <a16:creationId xmlns:a16="http://schemas.microsoft.com/office/drawing/2014/main" id="{6A69099E-58E8-F0C3-D6AC-8BF8CA47CAAD}"/>
              </a:ext>
            </a:extLst>
          </p:cNvPr>
          <p:cNvSpPr>
            <a:spLocks noGrp="1"/>
          </p:cNvSpPr>
          <p:nvPr>
            <p:ph type="ftr" sz="quarter" idx="15"/>
          </p:nvPr>
        </p:nvSpPr>
        <p:spPr>
          <a:xfrm>
            <a:off x="1005840" y="6400800"/>
            <a:ext cx="1371600" cy="228600"/>
          </a:xfrm>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007F51C3-FF3D-0A66-9CCC-77DE445C7F3A}"/>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82390701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DIVID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68183" y="2407183"/>
            <a:ext cx="10055638"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DIVIDERS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74000778"/>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ivider 1 - gradient 1">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BD76384-5270-C4A7-D992-81F8ADBA5582}"/>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dirty="0"/>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ED23DD35-F8AD-429C-B3C1-6AFB057088C6}" type="datetime1">
              <a:rPr lang="en-US" smtClean="0"/>
              <a:t>4/16/2026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199557932"/>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ivider 1 - gradient 2">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EED6A89-35BA-3F8A-D8BB-D4E661AF1A89}"/>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dirty="0"/>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2025E2AA-42C1-4AB1-ACA0-4028843E7AE5}" type="datetime1">
              <a:rPr lang="en-US" smtClean="0"/>
              <a:t>4/16/2026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011931059"/>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ivider 1 - gradient 3">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30394C-5C91-9DEE-E78B-8B2737F22E88}"/>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1F9A45AA-4C9B-4F3D-9B00-955010BFFB10}" type="datetime1">
              <a:rPr lang="en-US" smtClean="0"/>
              <a:t>4/16/2026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270063619"/>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1">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B92954D4-551A-42ED-A500-34A95CD5658A}" type="datetime1">
              <a:rPr lang="en-US" smtClean="0"/>
              <a:t>4/16/2026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3" name="Picture 2">
            <a:extLst>
              <a:ext uri="{FF2B5EF4-FFF2-40B4-BE49-F238E27FC236}">
                <a16:creationId xmlns:a16="http://schemas.microsoft.com/office/drawing/2014/main" id="{B400FEF8-3A34-CD8C-A6FB-CE13CAA3B7DD}"/>
              </a:ext>
            </a:extLst>
          </p:cNvPr>
          <p:cNvPicPr>
            <a:picLocks noChangeAspect="1"/>
          </p:cNvPicPr>
          <p:nvPr userDrawn="1"/>
        </p:nvPicPr>
        <p:blipFill>
          <a:blip r:embed="rId2"/>
          <a:stretch>
            <a:fillRect/>
          </a:stretch>
        </p:blipFill>
        <p:spPr>
          <a:xfrm rot="16200000">
            <a:off x="4555191"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a:t>
            </a:r>
            <a:br>
              <a:rPr lang="en-US" dirty="0"/>
            </a:br>
            <a:r>
              <a:rPr lang="en-US" dirty="0"/>
              <a:t>divider title</a:t>
            </a:r>
          </a:p>
        </p:txBody>
      </p:sp>
      <p:pic>
        <p:nvPicPr>
          <p:cNvPr id="6" name="Cognizant Logo_rgb_rev_2023" descr="Cognizant logo reversed, SVG format">
            <a:extLst>
              <a:ext uri="{FF2B5EF4-FFF2-40B4-BE49-F238E27FC236}">
                <a16:creationId xmlns:a16="http://schemas.microsoft.com/office/drawing/2014/main" id="{82FF47A8-7CF0-F27D-023E-57FE9B713819}"/>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897666278"/>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2">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AF7C349D-DFBC-444A-B2F5-B5608581AD28}" type="datetime1">
              <a:rPr lang="en-US" smtClean="0"/>
              <a:t>4/16/2026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6" name="Picture 5">
            <a:extLst>
              <a:ext uri="{FF2B5EF4-FFF2-40B4-BE49-F238E27FC236}">
                <a16:creationId xmlns:a16="http://schemas.microsoft.com/office/drawing/2014/main" id="{D7B5A0F4-9AAB-4DDF-CF55-9A7C1A97CF2F}"/>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a:t>
            </a:r>
            <a:br>
              <a:rPr lang="en-US" dirty="0"/>
            </a:br>
            <a:r>
              <a:rPr lang="en-US" dirty="0"/>
              <a:t>divider title</a:t>
            </a:r>
          </a:p>
        </p:txBody>
      </p:sp>
      <p:pic>
        <p:nvPicPr>
          <p:cNvPr id="3" name="Cognizant Logo_rgb_rev_2023" descr="Cognizant logo reversed, SVG format">
            <a:extLst>
              <a:ext uri="{FF2B5EF4-FFF2-40B4-BE49-F238E27FC236}">
                <a16:creationId xmlns:a16="http://schemas.microsoft.com/office/drawing/2014/main" id="{10928C0D-93E9-B015-DAA2-F15DE1B8AA52}"/>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693668669"/>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3">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10" name="Picture 9">
            <a:extLst>
              <a:ext uri="{FF2B5EF4-FFF2-40B4-BE49-F238E27FC236}">
                <a16:creationId xmlns:a16="http://schemas.microsoft.com/office/drawing/2014/main" id="{A7CFA061-257C-B680-CB8A-410FE77C6A85}"/>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05BEDD96-87AA-4299-8CE3-CAAE9239AB8E}" type="datetime1">
              <a:rPr lang="en-US" smtClean="0"/>
              <a:t>4/16/2026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pic>
        <p:nvPicPr>
          <p:cNvPr id="3" name="Cognizant Logo_rgb_rev_2023" descr="Cognizant logo reversed, SVG format">
            <a:extLst>
              <a:ext uri="{FF2B5EF4-FFF2-40B4-BE49-F238E27FC236}">
                <a16:creationId xmlns:a16="http://schemas.microsoft.com/office/drawing/2014/main" id="{9CDEB77C-83A9-471E-0DD7-632772E158A5}"/>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04379831"/>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1">
    <p:bg>
      <p:bgRef idx="1001">
        <a:schemeClr val="bg2"/>
      </p:bgRef>
    </p:bg>
    <p:spTree>
      <p:nvGrpSpPr>
        <p:cNvPr id="1" name=""/>
        <p:cNvGrpSpPr/>
        <p:nvPr/>
      </p:nvGrpSpPr>
      <p:grpSpPr>
        <a:xfrm>
          <a:off x="0" y="0"/>
          <a:ext cx="0" cy="0"/>
          <a:chOff x="0" y="0"/>
          <a:chExt cx="0" cy="0"/>
        </a:xfrm>
      </p:grpSpPr>
      <p:sp>
        <p:nvSpPr>
          <p:cNvPr id="3" name="Picture Placeholder 5">
            <a:extLst>
              <a:ext uri="{FF2B5EF4-FFF2-40B4-BE49-F238E27FC236}">
                <a16:creationId xmlns:a16="http://schemas.microsoft.com/office/drawing/2014/main" id="{6DF08015-38F6-54F7-EFDB-1C1EAF004ABF}"/>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rotWithShape="1">
          <a:blip r:embed="rId2"/>
          <a:srcRect t="20568"/>
          <a:stretch/>
        </p:blipFill>
        <p:spPr>
          <a:xfrm rot="16200000">
            <a:off x="-86681" y="86681"/>
            <a:ext cx="6858000" cy="6684639"/>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5005AE86-1640-4D8B-A4F0-019A930B54B1}" type="datetime1">
              <a:rPr lang="en-US" smtClean="0"/>
              <a:t>4/16/2026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7" name="Table Placeholder 6">
            <a:extLst>
              <a:ext uri="{FF2B5EF4-FFF2-40B4-BE49-F238E27FC236}">
                <a16:creationId xmlns:a16="http://schemas.microsoft.com/office/drawing/2014/main" id="{E6CF90BD-F1D4-0D82-4CDD-222505B22CE8}"/>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48096880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2">
    <p:bg>
      <p:bgRef idx="1001">
        <a:schemeClr val="bg2"/>
      </p:bgRef>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A0D8AB6-3AED-7935-402A-4053B324B5CB}"/>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26" name="Picture 25">
            <a:extLst>
              <a:ext uri="{FF2B5EF4-FFF2-40B4-BE49-F238E27FC236}">
                <a16:creationId xmlns:a16="http://schemas.microsoft.com/office/drawing/2014/main" id="{2E287986-5735-CAAE-7F1D-D641F5BF13F7}"/>
              </a:ext>
            </a:extLst>
          </p:cNvPr>
          <p:cNvPicPr>
            <a:picLocks noChangeAspect="1"/>
          </p:cNvPicPr>
          <p:nvPr userDrawn="1"/>
        </p:nvPicPr>
        <p:blipFill rotWithShape="1">
          <a:blip r:embed="rId2"/>
          <a:srcRect t="20568"/>
          <a:stretch/>
        </p:blipFill>
        <p:spPr>
          <a:xfrm rot="16200000">
            <a:off x="-86682" y="86681"/>
            <a:ext cx="6858000" cy="6684637"/>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E03C1F63-A2DD-4DE2-8D77-4EDDD69835E5}" type="datetime1">
              <a:rPr lang="en-US" smtClean="0"/>
              <a:t>4/16/2026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5" name="Table Placeholder 6">
            <a:extLst>
              <a:ext uri="{FF2B5EF4-FFF2-40B4-BE49-F238E27FC236}">
                <a16:creationId xmlns:a16="http://schemas.microsoft.com/office/drawing/2014/main" id="{E57C6CAD-0EE0-4D1F-585B-3C9CA1A4DCF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858845412"/>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3">
    <p:bg>
      <p:bgRef idx="1001">
        <a:schemeClr val="bg2"/>
      </p:bgRef>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DE083EF2-B9ED-A8EB-E84E-F0E0FBE4C14E}"/>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24" name="Picture 23">
            <a:extLst>
              <a:ext uri="{FF2B5EF4-FFF2-40B4-BE49-F238E27FC236}">
                <a16:creationId xmlns:a16="http://schemas.microsoft.com/office/drawing/2014/main" id="{D3B5FB7A-3A13-9083-843A-06B731B02439}"/>
              </a:ext>
            </a:extLst>
          </p:cNvPr>
          <p:cNvPicPr>
            <a:picLocks noChangeAspect="1"/>
          </p:cNvPicPr>
          <p:nvPr userDrawn="1"/>
        </p:nvPicPr>
        <p:blipFill rotWithShape="1">
          <a:blip r:embed="rId2"/>
          <a:srcRect t="20568"/>
          <a:stretch/>
        </p:blipFill>
        <p:spPr>
          <a:xfrm rot="16200000">
            <a:off x="-86681" y="86682"/>
            <a:ext cx="6858000" cy="668463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 </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894E410E-EBAE-44D2-861A-9BA5FD172332}" type="datetime1">
              <a:rPr lang="en-US" smtClean="0"/>
              <a:t>4/16/2026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3" name="Table Placeholder 6">
            <a:extLst>
              <a:ext uri="{FF2B5EF4-FFF2-40B4-BE49-F238E27FC236}">
                <a16:creationId xmlns:a16="http://schemas.microsoft.com/office/drawing/2014/main" id="{14B17B9E-37F1-2E25-4E4D-4BE64E780B0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369510336"/>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4 - gradient 1">
    <p:bg>
      <p:bgRef idx="1001">
        <a:schemeClr val="bg1"/>
      </p:bgRef>
    </p:bg>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F4124EB5-51FD-40CC-8D44-0DC571C5E665}" type="datetime1">
              <a:rPr lang="en-US" smtClean="0"/>
              <a:t>4/16/2026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236406410"/>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4 - gradient 2">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1231D93-F448-189B-0481-564A24064BF8}"/>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6C725206-C539-4CD5-9A96-6A6EA4047699}" type="datetime1">
              <a:rPr lang="en-US" smtClean="0"/>
              <a:t>4/16/2026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spTree>
    <p:extLst>
      <p:ext uri="{BB962C8B-B14F-4D97-AF65-F5344CB8AC3E}">
        <p14:creationId xmlns:p14="http://schemas.microsoft.com/office/powerpoint/2010/main" val="1820287847"/>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4 - gradient 3">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EC6B776-428C-5C39-6B96-46437F782E11}"/>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609EE139-3B1D-4FC0-A0F3-A113B4CC045D}" type="datetime1">
              <a:rPr lang="en-US" smtClean="0"/>
              <a:t>4/16/2026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spTree>
    <p:extLst>
      <p:ext uri="{BB962C8B-B14F-4D97-AF65-F5344CB8AC3E}">
        <p14:creationId xmlns:p14="http://schemas.microsoft.com/office/powerpoint/2010/main" val="2271147822"/>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5 - gradient 1">
    <p:bg>
      <p:bgRef idx="1001">
        <a:schemeClr val="bg1"/>
      </p:bgRef>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A000023D-E955-5182-3282-0810B76F4603}"/>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3" name="Picture Placeholder 42">
            <a:extLst>
              <a:ext uri="{FF2B5EF4-FFF2-40B4-BE49-F238E27FC236}">
                <a16:creationId xmlns:a16="http://schemas.microsoft.com/office/drawing/2014/main" id="{EC842FEB-95BB-4FB4-3FA3-1E474B85B1F9}"/>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3EAF8B40-B29E-414A-9231-017F753B963C}" type="datetime1">
              <a:rPr lang="en-US" smtClean="0"/>
              <a:t>4/16/2026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44" name="Title 43">
            <a:extLst>
              <a:ext uri="{FF2B5EF4-FFF2-40B4-BE49-F238E27FC236}">
                <a16:creationId xmlns:a16="http://schemas.microsoft.com/office/drawing/2014/main" id="{B01F0658-A406-0A81-8740-42D0296493A0}"/>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2026314163"/>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5 - gradient 2">
    <p:bg>
      <p:bgRef idx="1001">
        <a:schemeClr val="bg1"/>
      </p:bgRef>
    </p:bg>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2409E97D-0361-7DD7-5A21-A33316BCCCD6}"/>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9D2A95BB-6B24-408C-A56B-816E9D0158BB}" type="datetime1">
              <a:rPr lang="en-US" smtClean="0"/>
              <a:t>4/16/2026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2" name="Picture Placeholder 1">
            <a:extLst>
              <a:ext uri="{FF2B5EF4-FFF2-40B4-BE49-F238E27FC236}">
                <a16:creationId xmlns:a16="http://schemas.microsoft.com/office/drawing/2014/main" id="{C783E89B-070C-A8F7-620B-402672D863BE}"/>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3" name="Title 43">
            <a:extLst>
              <a:ext uri="{FF2B5EF4-FFF2-40B4-BE49-F238E27FC236}">
                <a16:creationId xmlns:a16="http://schemas.microsoft.com/office/drawing/2014/main" id="{6F701354-590A-2F87-01D8-E966A92E9AC2}"/>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1429952451"/>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5 - gradient 3">
    <p:bg>
      <p:bgRef idx="1001">
        <a:schemeClr val="bg1"/>
      </p:bgRef>
    </p:bg>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14C4F196-D7A9-ED2E-C141-813614D36A3A}"/>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8C4B3C08-E32E-46A6-9940-C674B78126A2}" type="datetime1">
              <a:rPr lang="en-US" smtClean="0"/>
              <a:t>4/16/2026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2" name="Picture Placeholder 1">
            <a:extLst>
              <a:ext uri="{FF2B5EF4-FFF2-40B4-BE49-F238E27FC236}">
                <a16:creationId xmlns:a16="http://schemas.microsoft.com/office/drawing/2014/main" id="{4C31AD8D-BE37-52EE-F12C-2DD4458EFD1C}"/>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3" name="Title 43">
            <a:extLst>
              <a:ext uri="{FF2B5EF4-FFF2-40B4-BE49-F238E27FC236}">
                <a16:creationId xmlns:a16="http://schemas.microsoft.com/office/drawing/2014/main" id="{142A0D92-C0EF-2935-ECF6-3D38467DA7E3}"/>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3167360719"/>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951966" y="2407183"/>
            <a:ext cx="10288073"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CONTENT</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984837384"/>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BAA707EB-F149-4F65-A059-3E9202505DFA}" type="datetime1">
              <a:rPr lang="en-US" smtClean="0"/>
              <a:t>4/16/2026</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1541436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uper head, sub head, footnote - Super head, sub head, footnote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2"/>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2"/>
                </a:solidFill>
              </a:defRPr>
            </a:lvl1pPr>
          </a:lstStyle>
          <a:p>
            <a:pPr lvl="0"/>
            <a:r>
              <a:rPr lang="en-US" dirty="0"/>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accent6">
                    <a:lumMod val="50000"/>
                  </a:schemeClr>
                </a:solidFill>
              </a:defRPr>
            </a:lvl1pPr>
          </a:lstStyle>
          <a:p>
            <a:pPr lvl="0"/>
            <a:r>
              <a:rPr lang="en-US" dirty="0"/>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163F489F-9B53-4FCC-B3C2-252173530A19}" type="datetime1">
              <a:rPr lang="en-US" smtClean="0"/>
              <a:t>4/16/2026</a:t>
            </a:fld>
            <a:endParaRPr lang="en-US" dirty="0"/>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0923293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 light">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AE93934B-F4CE-AD9A-35D6-CC331792B5C3}"/>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dirty="0"/>
              <a:t>Click to add title</a:t>
            </a:r>
          </a:p>
        </p:txBody>
      </p:sp>
      <p:sp>
        <p:nvSpPr>
          <p:cNvPr id="3" name="Date Placeholder 2">
            <a:extLst>
              <a:ext uri="{FF2B5EF4-FFF2-40B4-BE49-F238E27FC236}">
                <a16:creationId xmlns:a16="http://schemas.microsoft.com/office/drawing/2014/main" id="{84022F7E-4713-F54B-0D06-50B8F5080741}"/>
              </a:ext>
            </a:extLst>
          </p:cNvPr>
          <p:cNvSpPr>
            <a:spLocks noGrp="1"/>
          </p:cNvSpPr>
          <p:nvPr>
            <p:ph type="dt" sz="half" idx="10"/>
          </p:nvPr>
        </p:nvSpPr>
        <p:spPr/>
        <p:txBody>
          <a:bodyPr/>
          <a:lstStyle/>
          <a:p>
            <a:fld id="{32523293-0015-4865-92C0-63029C67C08B}" type="datetime1">
              <a:rPr lang="en-US" smtClean="0"/>
              <a:t>4/16/2026</a:t>
            </a:fld>
            <a:endParaRPr lang="en-US" dirty="0"/>
          </a:p>
        </p:txBody>
      </p:sp>
      <p:sp>
        <p:nvSpPr>
          <p:cNvPr id="7" name="Footer Placeholder 6">
            <a:extLst>
              <a:ext uri="{FF2B5EF4-FFF2-40B4-BE49-F238E27FC236}">
                <a16:creationId xmlns:a16="http://schemas.microsoft.com/office/drawing/2014/main" id="{E800DDDC-1A7E-DB83-3DF7-C1422F0007E3}"/>
              </a:ext>
            </a:extLst>
          </p:cNvPr>
          <p:cNvSpPr>
            <a:spLocks noGrp="1"/>
          </p:cNvSpPr>
          <p:nvPr>
            <p:ph type="ftr" sz="quarter" idx="11"/>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ACBA0657-9DC2-4B9A-96F7-59E8C05D92C8}"/>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8471106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D0AD1154-7DA6-4D00-9C05-2C627858BDDF}" type="datetime1">
              <a:rPr lang="en-US" smtClean="0"/>
              <a:t>4/16/2026</a:t>
            </a:fld>
            <a:endParaRPr lang="en-US" dirty="0"/>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41404100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199" y="1447800"/>
            <a:ext cx="5212080"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lvl1pPr marL="0" indent="0">
              <a:buNone/>
              <a:defRPr/>
            </a:lvl1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CF52D24F-A919-4C36-9BB0-CC56D69F5134}" type="datetime1">
              <a:rPr lang="en-US" smtClean="0"/>
              <a:t>4/16/2026</a:t>
            </a:fld>
            <a:endParaRPr lang="en-US" dirty="0"/>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a:t>© 2025–2027 Cognizant | Private</a:t>
            </a:r>
            <a:endParaRPr lang="en-US" dirty="0"/>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93345791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hree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4th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dirty="0"/>
              <a:t>Click to add content</a:t>
            </a:r>
          </a:p>
          <a:p>
            <a:pPr lvl="1"/>
            <a:r>
              <a:rPr lang="en-US" dirty="0"/>
              <a:t>2nd level</a:t>
            </a:r>
          </a:p>
          <a:p>
            <a:pPr lvl="2"/>
            <a:r>
              <a:rPr lang="en-US" dirty="0"/>
              <a:t>3rd level text</a:t>
            </a:r>
          </a:p>
          <a:p>
            <a:pPr lvl="3"/>
            <a:r>
              <a:rPr lang="en-US" dirty="0"/>
              <a:t>4th level text</a:t>
            </a:r>
          </a:p>
          <a:p>
            <a:pPr lvl="4"/>
            <a:r>
              <a:rPr lang="en-US" dirty="0"/>
              <a:t>4th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4th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54255A21-2286-48B2-85B8-09A3AB748CB1}" type="datetime1">
              <a:rPr lang="en-US" smtClean="0"/>
              <a:t>4/16/2026</a:t>
            </a:fld>
            <a:endParaRPr lang="en-US" dirty="0"/>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a:t>© 2025–2027 Cognizant | Private</a:t>
            </a:r>
            <a:endParaRPr lang="en-US" dirty="0"/>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8224414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arison horizontal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1F36B69E-D9F9-452B-9074-A7489B939D17}" type="datetime1">
              <a:rPr lang="en-US" smtClean="0"/>
              <a:t>4/16/2026</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5" name="Straight Connector 4">
            <a:extLst>
              <a:ext uri="{FF2B5EF4-FFF2-40B4-BE49-F238E27FC236}">
                <a16:creationId xmlns:a16="http://schemas.microsoft.com/office/drawing/2014/main" id="{429A3035-2EDB-6331-792C-C204BF38F6AC}"/>
              </a:ext>
            </a:extLst>
          </p:cNvPr>
          <p:cNvCxnSpPr>
            <a:cxnSpLocks/>
          </p:cNvCxnSpPr>
          <p:nvPr/>
        </p:nvCxnSpPr>
        <p:spPr>
          <a:xfrm>
            <a:off x="452438" y="1342781"/>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6E72534-59BF-D450-E5D9-32D085C7E6D9}"/>
              </a:ext>
            </a:extLst>
          </p:cNvPr>
          <p:cNvCxnSpPr>
            <a:cxnSpLocks/>
          </p:cNvCxnSpPr>
          <p:nvPr/>
        </p:nvCxnSpPr>
        <p:spPr>
          <a:xfrm>
            <a:off x="3962400" y="1342781"/>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81774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0"/>
            <a:ext cx="5212080" cy="4571999"/>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0975437E-1DBA-4B9C-9581-0BBB1993339C}" type="datetime1">
              <a:rPr lang="en-US" smtClean="0"/>
              <a:t>4/16/2026</a:t>
            </a:fld>
            <a:endParaRPr lang="en-US" dirty="0"/>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6" name="Straight Connector 5">
            <a:extLst>
              <a:ext uri="{FF2B5EF4-FFF2-40B4-BE49-F238E27FC236}">
                <a16:creationId xmlns:a16="http://schemas.microsoft.com/office/drawing/2014/main" id="{124E5F2F-71BE-F7DA-234E-403E9123E2E3}"/>
              </a:ext>
            </a:extLst>
          </p:cNvPr>
          <p:cNvCxnSpPr>
            <a:cxnSpLocks/>
          </p:cNvCxnSpPr>
          <p:nvPr/>
        </p:nvCxnSpPr>
        <p:spPr>
          <a:xfrm>
            <a:off x="6096000" y="1444750"/>
            <a:ext cx="0" cy="4571997"/>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62424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29184"/>
          </a:xfrm>
        </p:spPr>
        <p:txBody>
          <a:bodyPr anchor="t"/>
          <a:lstStyle>
            <a:lvl1pPr>
              <a:defRPr sz="2400"/>
            </a:lvl1pPr>
          </a:lstStyle>
          <a:p>
            <a:r>
              <a:rPr lang="en-US" dirty="0"/>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F634C7C7-C4EF-4670-B999-297CDE7276C2}" type="datetime1">
              <a:rPr lang="en-US" smtClean="0"/>
              <a:t>4/16/2026</a:t>
            </a:fld>
            <a:endParaRPr lang="en-US" dirty="0"/>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0013306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08E9509E-2D00-4425-8617-63AD21C2168D}" type="datetime1">
              <a:rPr lang="en-US" smtClean="0"/>
              <a:t>4/16/2026</a:t>
            </a:fld>
            <a:endParaRPr lang="en-US" dirty="0"/>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5250528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tatement - light">
    <p:bg>
      <p:bgRef idx="1001">
        <a:schemeClr val="bg2"/>
      </p:bgRef>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2"/>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dirty="0"/>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dirty="0"/>
              <a:t>Click to edit statement or quote </a:t>
            </a:r>
            <a:br>
              <a:rPr lang="en-US" dirty="0"/>
            </a:br>
            <a:r>
              <a:rPr lang="en-US" dirty="0"/>
              <a:t>in Arial 36pt bold</a:t>
            </a:r>
          </a:p>
        </p:txBody>
      </p:sp>
      <p:sp>
        <p:nvSpPr>
          <p:cNvPr id="4" name="Date Placeholder 3">
            <a:extLst>
              <a:ext uri="{FF2B5EF4-FFF2-40B4-BE49-F238E27FC236}">
                <a16:creationId xmlns:a16="http://schemas.microsoft.com/office/drawing/2014/main" id="{A90C7F1F-725F-1A52-1D97-F08B00EAAD97}"/>
              </a:ext>
            </a:extLst>
          </p:cNvPr>
          <p:cNvSpPr>
            <a:spLocks noGrp="1"/>
          </p:cNvSpPr>
          <p:nvPr>
            <p:ph type="dt" sz="half" idx="14"/>
          </p:nvPr>
        </p:nvSpPr>
        <p:spPr/>
        <p:txBody>
          <a:bodyPr/>
          <a:lstStyle/>
          <a:p>
            <a:fld id="{B301B72F-569F-4EC1-BC0D-A48112D7E658}" type="datetime1">
              <a:rPr lang="en-US" smtClean="0"/>
              <a:t>4/16/2026</a:t>
            </a:fld>
            <a:endParaRPr lang="en-US" dirty="0"/>
          </a:p>
        </p:txBody>
      </p:sp>
      <p:sp>
        <p:nvSpPr>
          <p:cNvPr id="7" name="Footer Placeholder 6">
            <a:extLst>
              <a:ext uri="{FF2B5EF4-FFF2-40B4-BE49-F238E27FC236}">
                <a16:creationId xmlns:a16="http://schemas.microsoft.com/office/drawing/2014/main" id="{D50B4EFF-B670-387B-EBF2-318801CE65AB}"/>
              </a:ext>
            </a:extLst>
          </p:cNvPr>
          <p:cNvSpPr>
            <a:spLocks noGrp="1"/>
          </p:cNvSpPr>
          <p:nvPr>
            <p:ph type="ftr" sz="quarter" idx="15"/>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B54DEEBD-7FD8-B1BF-8875-FF2A60284D39}"/>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72647368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ase study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421640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E240D85D-6E93-453E-9D10-D2844A4FB22C}" type="datetime1">
              <a:rPr lang="en-US" smtClean="0"/>
              <a:t>4/16/2026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dirty="0"/>
              <a:t>Client logo</a:t>
            </a:r>
            <a:br>
              <a:rPr lang="en-US" dirty="0"/>
            </a:br>
            <a:r>
              <a:rPr lang="en-US" dirty="0"/>
              <a:t>(crop: fit to make sure </a:t>
            </a:r>
            <a:br>
              <a:rPr lang="en-US" dirty="0"/>
            </a:br>
            <a:r>
              <a:rPr lang="en-US" dirty="0"/>
              <a:t>entire logo is visible)</a:t>
            </a:r>
          </a:p>
        </p:txBody>
      </p:sp>
    </p:spTree>
    <p:extLst>
      <p:ext uri="{BB962C8B-B14F-4D97-AF65-F5344CB8AC3E}">
        <p14:creationId xmlns:p14="http://schemas.microsoft.com/office/powerpoint/2010/main" val="2442934130"/>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ase study light - no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E73A3D6-80E4-AC3E-7815-5FDC789342D0}"/>
              </a:ext>
            </a:extLst>
          </p:cNvPr>
          <p:cNvSpPr/>
          <p:nvPr userDrawn="1"/>
        </p:nvSpPr>
        <p:spPr>
          <a:xfrm>
            <a:off x="0" y="0"/>
            <a:ext cx="42164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bg1"/>
                </a:solidFill>
              </a:defRPr>
            </a:lvl1pPr>
          </a:lstStyle>
          <a:p>
            <a:fld id="{3D4BFC8A-E4DD-4119-B3BA-BC9D4E473C99}" type="datetime1">
              <a:rPr lang="en-US" smtClean="0"/>
              <a:t>4/16/2026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dirty="0"/>
              <a:t>Client logo</a:t>
            </a:r>
            <a:br>
              <a:rPr lang="en-US" dirty="0"/>
            </a:br>
            <a:r>
              <a:rPr lang="en-US" dirty="0"/>
              <a:t>(crop: fit to make sure </a:t>
            </a:r>
            <a:br>
              <a:rPr lang="en-US" dirty="0"/>
            </a:br>
            <a:r>
              <a:rPr lang="en-US" dirty="0"/>
              <a:t>entire logo is visible)</a:t>
            </a:r>
          </a:p>
        </p:txBody>
      </p:sp>
    </p:spTree>
    <p:extLst>
      <p:ext uri="{BB962C8B-B14F-4D97-AF65-F5344CB8AC3E}">
        <p14:creationId xmlns:p14="http://schemas.microsoft.com/office/powerpoint/2010/main" val="1625816533"/>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DARK LAYOUT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775811" y="1385364"/>
            <a:ext cx="10640378" cy="4087273"/>
          </a:xfrm>
          <a:prstGeom prst="rect">
            <a:avLst/>
          </a:prstGeom>
          <a:noFill/>
        </p:spPr>
        <p:txBody>
          <a:bodyPr wrap="squar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DARK LAYOUTS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2891603830"/>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obj" preserve="1">
  <p:cSld name="Title and Content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dirty="0"/>
              <a:t>Click to add content</a:t>
            </a:r>
          </a:p>
          <a:p>
            <a:pPr lvl="1"/>
            <a:r>
              <a:rPr lang="en-US" dirty="0"/>
              <a:t>2nd level</a:t>
            </a:r>
          </a:p>
          <a:p>
            <a:pPr lvl="2"/>
            <a:r>
              <a:rPr lang="en-US" dirty="0"/>
              <a:t>3rd level text</a:t>
            </a:r>
          </a:p>
          <a:p>
            <a:pPr lvl="3"/>
            <a:r>
              <a:rPr lang="en-US" dirty="0"/>
              <a:t>4th level text</a:t>
            </a:r>
          </a:p>
          <a:p>
            <a:pPr lvl="4"/>
            <a:r>
              <a:rPr lang="en-US" dirty="0"/>
              <a:t>5th level text</a:t>
            </a:r>
          </a:p>
        </p:txBody>
      </p:sp>
      <p:sp>
        <p:nvSpPr>
          <p:cNvPr id="9" name="Date Placeholder 8">
            <a:extLst>
              <a:ext uri="{FF2B5EF4-FFF2-40B4-BE49-F238E27FC236}">
                <a16:creationId xmlns:a16="http://schemas.microsoft.com/office/drawing/2014/main" id="{F383D916-FBF7-8EA7-4311-2FD3E10E8254}"/>
              </a:ext>
            </a:extLst>
          </p:cNvPr>
          <p:cNvSpPr>
            <a:spLocks noGrp="1"/>
          </p:cNvSpPr>
          <p:nvPr>
            <p:ph type="dt" sz="half" idx="10"/>
          </p:nvPr>
        </p:nvSpPr>
        <p:spPr/>
        <p:txBody>
          <a:bodyPr/>
          <a:lstStyle/>
          <a:p>
            <a:fld id="{A8FE65DC-9B0C-48A5-898F-3399994D7A14}" type="datetime1">
              <a:rPr lang="en-US" smtClean="0"/>
              <a:t>4/16/2026</a:t>
            </a:fld>
            <a:endParaRPr lang="en-US" dirty="0"/>
          </a:p>
        </p:txBody>
      </p:sp>
      <p:sp>
        <p:nvSpPr>
          <p:cNvPr id="10" name="Footer Placeholder 9">
            <a:extLst>
              <a:ext uri="{FF2B5EF4-FFF2-40B4-BE49-F238E27FC236}">
                <a16:creationId xmlns:a16="http://schemas.microsoft.com/office/drawing/2014/main" id="{69D40ACC-00F3-03AD-3DB1-6487497FA161}"/>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1DA0B9D4-7BD8-9FB8-A351-972423D1D772}"/>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4" name="Cognizant Logo_rgb_rev_2023" descr="Cognizant logo reversed, SVG format">
            <a:extLst>
              <a:ext uri="{FF2B5EF4-FFF2-40B4-BE49-F238E27FC236}">
                <a16:creationId xmlns:a16="http://schemas.microsoft.com/office/drawing/2014/main" id="{591ACBB7-11CF-0324-65ED-7CE580E3A1A8}"/>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111587575"/>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Super head, sub head, footnote - Super head, sub head, footnote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3"/>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3"/>
                </a:solidFill>
              </a:defRPr>
            </a:lvl1pPr>
          </a:lstStyle>
          <a:p>
            <a:pPr lvl="0"/>
            <a:r>
              <a:rPr lang="en-US" dirty="0"/>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tx1"/>
                </a:solidFill>
              </a:defRPr>
            </a:lvl1pPr>
          </a:lstStyle>
          <a:p>
            <a:pPr lvl="0"/>
            <a:r>
              <a:rPr lang="en-US" dirty="0"/>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4D400A4B-814A-44AC-8B06-B181334875EB}" type="datetime1">
              <a:rPr lang="en-US" smtClean="0"/>
              <a:t>4/16/2026</a:t>
            </a:fld>
            <a:endParaRPr lang="en-US" dirty="0"/>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dirty="0"/>
          </a:p>
        </p:txBody>
      </p:sp>
      <p:pic>
        <p:nvPicPr>
          <p:cNvPr id="6" name="Cognizant Logo_rgb_rev_2023" descr="Cognizant logo reversed, SVG format">
            <a:extLst>
              <a:ext uri="{FF2B5EF4-FFF2-40B4-BE49-F238E27FC236}">
                <a16:creationId xmlns:a16="http://schemas.microsoft.com/office/drawing/2014/main" id="{C58C5DC1-02D1-ACC1-37E9-20232B40787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620446942"/>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titleOnly" preserve="1">
  <p:cSld name="Title only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dirty="0"/>
              <a:t>Click to add title</a:t>
            </a:r>
          </a:p>
        </p:txBody>
      </p:sp>
      <p:sp>
        <p:nvSpPr>
          <p:cNvPr id="8" name="Date Placeholder 7">
            <a:extLst>
              <a:ext uri="{FF2B5EF4-FFF2-40B4-BE49-F238E27FC236}">
                <a16:creationId xmlns:a16="http://schemas.microsoft.com/office/drawing/2014/main" id="{D1C004D1-9C96-9E3A-B3CF-E648F1817884}"/>
              </a:ext>
            </a:extLst>
          </p:cNvPr>
          <p:cNvSpPr>
            <a:spLocks noGrp="1"/>
          </p:cNvSpPr>
          <p:nvPr>
            <p:ph type="dt" sz="half" idx="10"/>
          </p:nvPr>
        </p:nvSpPr>
        <p:spPr/>
        <p:txBody>
          <a:bodyPr/>
          <a:lstStyle/>
          <a:p>
            <a:fld id="{34B751B7-EDD5-4C32-B7E9-CF83F055A7D0}" type="datetime1">
              <a:rPr lang="en-US" smtClean="0"/>
              <a:t>4/16/2026</a:t>
            </a:fld>
            <a:endParaRPr lang="en-US" dirty="0"/>
          </a:p>
        </p:txBody>
      </p:sp>
      <p:sp>
        <p:nvSpPr>
          <p:cNvPr id="9" name="Footer Placeholder 8">
            <a:extLst>
              <a:ext uri="{FF2B5EF4-FFF2-40B4-BE49-F238E27FC236}">
                <a16:creationId xmlns:a16="http://schemas.microsoft.com/office/drawing/2014/main" id="{C8F63855-627B-94BE-7770-B3F2F8F1DAD6}"/>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64918DA7-E1E1-1CFE-6E02-09FE2AA2F07F}"/>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3" name="Cognizant Logo_rgb_rev_2023" descr="Cognizant logo reversed, SVG format">
            <a:extLst>
              <a:ext uri="{FF2B5EF4-FFF2-40B4-BE49-F238E27FC236}">
                <a16:creationId xmlns:a16="http://schemas.microsoft.com/office/drawing/2014/main" id="{39ECF048-F463-0BC0-00A8-80B618B315F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90993053"/>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Blank - dark">
    <p:bg>
      <p:bgRef idx="1001">
        <a:schemeClr val="bg1"/>
      </p:bgRef>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lstStyle>
            <a:lvl1pPr>
              <a:defRPr sz="1400">
                <a:solidFill>
                  <a:schemeClr val="bg1"/>
                </a:solidFill>
              </a:defRPr>
            </a:lvl1pPr>
          </a:lstStyle>
          <a:p>
            <a:r>
              <a:rPr lang="en-US"/>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B8D9EEA2-7C16-4EBF-A4ED-6EE3F89E8D21}" type="datetime1">
              <a:rPr lang="en-US" smtClean="0"/>
              <a:t>4/16/2026</a:t>
            </a:fld>
            <a:endParaRPr lang="en-US" dirty="0"/>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4" name="Cognizant Logo_rgb_rev_2023" descr="Cognizant logo reversed, SVG format">
            <a:extLst>
              <a:ext uri="{FF2B5EF4-FFF2-40B4-BE49-F238E27FC236}">
                <a16:creationId xmlns:a16="http://schemas.microsoft.com/office/drawing/2014/main" id="{F805300B-96D9-F036-71EF-3F86B3B72D1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794437884"/>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wo colum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7800"/>
            <a:ext cx="5212076"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a:t>
            </a:r>
          </a:p>
          <a:p>
            <a:pPr lvl="4"/>
            <a:r>
              <a:rPr lang="en-US" dirty="0"/>
              <a:t>Fifth level</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91C17549-EEBF-4F3F-AEC3-BD6253AA8F59}" type="datetime1">
              <a:rPr lang="en-US" smtClean="0"/>
              <a:t>4/16/2026</a:t>
            </a:fld>
            <a:endParaRPr lang="en-US" dirty="0"/>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a:t>© 2025–2027 Cognizant | Private</a:t>
            </a:r>
            <a:endParaRPr lang="en-US" dirty="0"/>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1DE60F7F-2598-AFEF-3685-42666554AD0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092546887"/>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hree colum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80A36B52-8436-4389-9B2A-8C0F3227369F}" type="datetime1">
              <a:rPr lang="en-US" smtClean="0"/>
              <a:t>4/16/2026</a:t>
            </a:fld>
            <a:endParaRPr lang="en-US" dirty="0"/>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a:t>© 2025–2027 Cognizant | Private</a:t>
            </a:r>
            <a:endParaRPr lang="en-US" dirty="0"/>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4D269101-9011-77BF-B029-F362C603BBB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205733390"/>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omparison horizontal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88600C33-2456-4AF5-B85D-EE39F485AD31}" type="datetime1">
              <a:rPr lang="en-US" smtClean="0"/>
              <a:t>4/16/2026</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3"/>
                </a:solidFill>
              </a:defRPr>
            </a:lvl1pPr>
          </a:lstStyle>
          <a:p>
            <a:pPr lvl="0"/>
            <a:r>
              <a:rPr lang="en-US" dirty="0"/>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3"/>
                </a:solidFill>
              </a:defRPr>
            </a:lvl1pPr>
          </a:lstStyle>
          <a:p>
            <a:pPr lvl="0"/>
            <a:r>
              <a:rPr lang="en-US" dirty="0"/>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3"/>
                </a:solidFill>
              </a:defRPr>
            </a:lvl1pPr>
          </a:lstStyle>
          <a:p>
            <a:pPr lvl="0"/>
            <a:r>
              <a:rPr lang="en-US" dirty="0"/>
              <a:t>Subtitle here</a:t>
            </a:r>
          </a:p>
        </p:txBody>
      </p:sp>
      <p:sp>
        <p:nvSpPr>
          <p:cNvPr id="4" name="Text Placeholder 7">
            <a:extLst>
              <a:ext uri="{FF2B5EF4-FFF2-40B4-BE49-F238E27FC236}">
                <a16:creationId xmlns:a16="http://schemas.microsoft.com/office/drawing/2014/main" id="{72C70445-48B0-9FD3-49CD-384BFCCB6776}"/>
              </a:ext>
            </a:extLst>
          </p:cNvPr>
          <p:cNvSpPr>
            <a:spLocks noGrp="1"/>
          </p:cNvSpPr>
          <p:nvPr>
            <p:ph type="body" sz="quarter" idx="18" hasCustomPrompt="1"/>
          </p:nvPr>
        </p:nvSpPr>
        <p:spPr>
          <a:xfrm>
            <a:off x="457200" y="5947090"/>
            <a:ext cx="11277600" cy="124906"/>
          </a:xfrm>
        </p:spPr>
        <p:txBody>
          <a:bodyPr anchor="b">
            <a:spAutoFit/>
          </a:bodyPr>
          <a:lstStyle>
            <a:lvl1pPr marL="0" indent="0">
              <a:buNone/>
              <a:defRPr sz="800">
                <a:solidFill>
                  <a:schemeClr val="tx1"/>
                </a:solidFill>
              </a:defRPr>
            </a:lvl1pPr>
          </a:lstStyle>
          <a:p>
            <a:pPr lvl="0"/>
            <a:r>
              <a:rPr lang="en-US"/>
              <a:t>Insert source or footnote here</a:t>
            </a:r>
          </a:p>
        </p:txBody>
      </p:sp>
      <p:cxnSp>
        <p:nvCxnSpPr>
          <p:cNvPr id="8" name="Straight Connector 7">
            <a:extLst>
              <a:ext uri="{FF2B5EF4-FFF2-40B4-BE49-F238E27FC236}">
                <a16:creationId xmlns:a16="http://schemas.microsoft.com/office/drawing/2014/main" id="{35EE48CC-AC3C-AD12-0F6B-6F8CB2E6EC5E}"/>
              </a:ext>
            </a:extLst>
          </p:cNvPr>
          <p:cNvCxnSpPr>
            <a:cxnSpLocks/>
          </p:cNvCxnSpPr>
          <p:nvPr/>
        </p:nvCxnSpPr>
        <p:spPr>
          <a:xfrm>
            <a:off x="452438" y="1342781"/>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28B6686-C28E-A83C-319D-33930A551B41}"/>
              </a:ext>
            </a:extLst>
          </p:cNvPr>
          <p:cNvCxnSpPr>
            <a:cxnSpLocks/>
          </p:cNvCxnSpPr>
          <p:nvPr/>
        </p:nvCxnSpPr>
        <p:spPr>
          <a:xfrm>
            <a:off x="3962400" y="1342781"/>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20" name="Cognizant Logo_rgb_rev_2023" descr="Cognizant logo reversed, SVG format">
            <a:extLst>
              <a:ext uri="{FF2B5EF4-FFF2-40B4-BE49-F238E27FC236}">
                <a16:creationId xmlns:a16="http://schemas.microsoft.com/office/drawing/2014/main" id="{8EF2B9B7-A970-B060-F759-FFA1C8972DF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122974737"/>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woObj" preserve="1">
  <p:cSld name="Two Content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757E0E9A-856D-4146-8D92-37E8551F25FC}" type="datetime1">
              <a:rPr lang="en-US" smtClean="0"/>
              <a:t>4/16/2026</a:t>
            </a:fld>
            <a:endParaRPr lang="en-US" dirty="0"/>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7" name="Straight Connector 6">
            <a:extLst>
              <a:ext uri="{FF2B5EF4-FFF2-40B4-BE49-F238E27FC236}">
                <a16:creationId xmlns:a16="http://schemas.microsoft.com/office/drawing/2014/main" id="{E37B872B-0E81-EACD-CA82-14E1DB182F48}"/>
              </a:ext>
            </a:extLst>
          </p:cNvPr>
          <p:cNvCxnSpPr>
            <a:cxnSpLocks/>
          </p:cNvCxnSpPr>
          <p:nvPr/>
        </p:nvCxnSpPr>
        <p:spPr>
          <a:xfrm>
            <a:off x="6096000" y="1444752"/>
            <a:ext cx="0" cy="45720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pic>
        <p:nvPicPr>
          <p:cNvPr id="8" name="Cognizant Logo_rgb_rev_2023" descr="Cognizant logo reversed, SVG format">
            <a:extLst>
              <a:ext uri="{FF2B5EF4-FFF2-40B4-BE49-F238E27FC236}">
                <a16:creationId xmlns:a16="http://schemas.microsoft.com/office/drawing/2014/main" id="{FC29E878-865C-DE37-D860-F62A7822B47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036684699"/>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marL="0" indent="0">
              <a:buNone/>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C113BBD8-F83C-431F-B9CD-851F5EF17787}" type="datetime1">
              <a:rPr lang="en-US" smtClean="0"/>
              <a:t>4/16/2026</a:t>
            </a:fld>
            <a:endParaRPr lang="en-US" dirty="0"/>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C4BD05FC-72E2-D49F-5723-85E3F31D26F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4028391651"/>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15EE1895-83F9-4535-8AB0-D77A601E1BB9}" type="datetime1">
              <a:rPr lang="en-US" smtClean="0"/>
              <a:t>4/16/2026</a:t>
            </a:fld>
            <a:endParaRPr lang="en-US" dirty="0"/>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0967F69A-1700-3CED-CEEE-EDC58785000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887558208"/>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Statement - dark">
    <p:bg>
      <p:bgPr>
        <a:solidFill>
          <a:schemeClr val="bg1"/>
        </a:solid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3"/>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dirty="0"/>
              <a:t>Click to edit statement or quote </a:t>
            </a:r>
            <a:br>
              <a:rPr lang="en-US" dirty="0"/>
            </a:br>
            <a:r>
              <a:rPr lang="en-US" dirty="0"/>
              <a:t>in Arial 36pt bold</a:t>
            </a:r>
          </a:p>
        </p:txBody>
      </p:sp>
      <p:sp>
        <p:nvSpPr>
          <p:cNvPr id="11" name="Date Placeholder 10">
            <a:extLst>
              <a:ext uri="{FF2B5EF4-FFF2-40B4-BE49-F238E27FC236}">
                <a16:creationId xmlns:a16="http://schemas.microsoft.com/office/drawing/2014/main" id="{37922929-B64F-A5FD-E813-DE4E4B47609B}"/>
              </a:ext>
            </a:extLst>
          </p:cNvPr>
          <p:cNvSpPr>
            <a:spLocks noGrp="1"/>
          </p:cNvSpPr>
          <p:nvPr>
            <p:ph type="dt" sz="half" idx="14"/>
          </p:nvPr>
        </p:nvSpPr>
        <p:spPr/>
        <p:txBody>
          <a:bodyPr/>
          <a:lstStyle/>
          <a:p>
            <a:fld id="{B1D548D1-88F1-4583-9328-BC85F87DFD98}" type="datetime1">
              <a:rPr lang="en-US" smtClean="0"/>
              <a:t>4/16/2026</a:t>
            </a:fld>
            <a:endParaRPr lang="en-US" dirty="0"/>
          </a:p>
        </p:txBody>
      </p:sp>
      <p:sp>
        <p:nvSpPr>
          <p:cNvPr id="12" name="Footer Placeholder 11">
            <a:extLst>
              <a:ext uri="{FF2B5EF4-FFF2-40B4-BE49-F238E27FC236}">
                <a16:creationId xmlns:a16="http://schemas.microsoft.com/office/drawing/2014/main" id="{A6D064D0-10B1-84E9-43BC-A587DFCF2552}"/>
              </a:ext>
            </a:extLst>
          </p:cNvPr>
          <p:cNvSpPr>
            <a:spLocks noGrp="1"/>
          </p:cNvSpPr>
          <p:nvPr>
            <p:ph type="ftr" sz="quarter" idx="15"/>
          </p:nvPr>
        </p:nvSpPr>
        <p:spPr/>
        <p:txBody>
          <a:bodyPr/>
          <a:lstStyle/>
          <a:p>
            <a:r>
              <a:rPr lang="en-US"/>
              <a:t>© 2025–2027 Cognizant | Private</a:t>
            </a:r>
            <a:endParaRPr lang="en-US" dirty="0"/>
          </a:p>
        </p:txBody>
      </p:sp>
      <p:sp>
        <p:nvSpPr>
          <p:cNvPr id="14" name="Slide Number Placeholder 13">
            <a:extLst>
              <a:ext uri="{FF2B5EF4-FFF2-40B4-BE49-F238E27FC236}">
                <a16:creationId xmlns:a16="http://schemas.microsoft.com/office/drawing/2014/main" id="{157F07D9-AB26-FAA7-F6B2-13FC833B9175}"/>
              </a:ext>
            </a:extLst>
          </p:cNvPr>
          <p:cNvSpPr>
            <a:spLocks noGrp="1"/>
          </p:cNvSpPr>
          <p:nvPr>
            <p:ph type="sldNum" sz="quarter" idx="16"/>
          </p:nvPr>
        </p:nvSpPr>
        <p:spPr/>
        <p:txBody>
          <a:bodyPr/>
          <a:lstStyle/>
          <a:p>
            <a:fld id="{38826FC0-333C-E549-9FA3-0EE43DF298A3}" type="slidenum">
              <a:rPr lang="en-US" smtClean="0"/>
              <a:pPr/>
              <a:t>‹#›</a:t>
            </a:fld>
            <a:endParaRPr lang="en-US" dirty="0"/>
          </a:p>
        </p:txBody>
      </p:sp>
      <p:pic>
        <p:nvPicPr>
          <p:cNvPr id="2" name="Cognizant Logo_rgb_rev_2023" descr="Cognizant logo reversed, SVG format">
            <a:extLst>
              <a:ext uri="{FF2B5EF4-FFF2-40B4-BE49-F238E27FC236}">
                <a16:creationId xmlns:a16="http://schemas.microsoft.com/office/drawing/2014/main" id="{3F28610E-22AA-1C1B-C7F0-DD2EE706F71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1289301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24"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IMAGERY">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128298" y="2407183"/>
            <a:ext cx="9935412"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IMAGERY</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833642144"/>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Full bleed image">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88C8F82A-3BDD-4832-FBE3-E4EA9DC8D02A}"/>
              </a:ext>
            </a:extLst>
          </p:cNvPr>
          <p:cNvSpPr>
            <a:spLocks noGrp="1"/>
          </p:cNvSpPr>
          <p:nvPr>
            <p:ph type="pic" sz="quarter" idx="10" hasCustomPrompt="1"/>
          </p:nvPr>
        </p:nvSpPr>
        <p:spPr>
          <a:xfrm>
            <a:off x="0" y="0"/>
            <a:ext cx="1219200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3" name="Title 2">
            <a:extLst>
              <a:ext uri="{FF2B5EF4-FFF2-40B4-BE49-F238E27FC236}">
                <a16:creationId xmlns:a16="http://schemas.microsoft.com/office/drawing/2014/main" id="{53B7DBAB-080F-4B67-994D-0695A8EEE08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
        <p:nvSpPr>
          <p:cNvPr id="4" name="Date Placeholder 3">
            <a:extLst>
              <a:ext uri="{FF2B5EF4-FFF2-40B4-BE49-F238E27FC236}">
                <a16:creationId xmlns:a16="http://schemas.microsoft.com/office/drawing/2014/main" id="{5BFB887B-6507-E9E7-6352-B825F1F0F5F9}"/>
              </a:ext>
            </a:extLst>
          </p:cNvPr>
          <p:cNvSpPr>
            <a:spLocks noGrp="1"/>
          </p:cNvSpPr>
          <p:nvPr>
            <p:ph type="dt" sz="half" idx="11"/>
          </p:nvPr>
        </p:nvSpPr>
        <p:spPr/>
        <p:txBody>
          <a:bodyPr/>
          <a:lstStyle>
            <a:lvl1pPr>
              <a:defRPr>
                <a:solidFill>
                  <a:schemeClr val="bg1"/>
                </a:solidFill>
              </a:defRPr>
            </a:lvl1pPr>
          </a:lstStyle>
          <a:p>
            <a:fld id="{2AB97785-BC91-433E-AAFD-12DF553140BB}" type="datetime1">
              <a:rPr lang="en-US" smtClean="0"/>
              <a:t>4/16/2026</a:t>
            </a:fld>
            <a:endParaRPr lang="en-US" dirty="0"/>
          </a:p>
        </p:txBody>
      </p:sp>
      <p:sp>
        <p:nvSpPr>
          <p:cNvPr id="5" name="Footer Placeholder 4">
            <a:extLst>
              <a:ext uri="{FF2B5EF4-FFF2-40B4-BE49-F238E27FC236}">
                <a16:creationId xmlns:a16="http://schemas.microsoft.com/office/drawing/2014/main" id="{6B5E64F9-7C61-C44F-A370-C65AE1081941}"/>
              </a:ext>
            </a:extLst>
          </p:cNvPr>
          <p:cNvSpPr>
            <a:spLocks noGrp="1"/>
          </p:cNvSpPr>
          <p:nvPr>
            <p:ph type="ftr" sz="quarter" idx="12"/>
          </p:nvPr>
        </p:nvSpPr>
        <p:spPr/>
        <p:txBody>
          <a:bodyPr/>
          <a:lstStyle>
            <a:lvl1pPr>
              <a:defRPr>
                <a:solidFill>
                  <a:schemeClr val="bg1"/>
                </a:solidFill>
              </a:defRPr>
            </a:lvl1pPr>
          </a:lstStyle>
          <a:p>
            <a:r>
              <a:rPr lang="en-US"/>
              <a:t>© 2025–2027 Cognizant | Private</a:t>
            </a:r>
            <a:endParaRPr lang="en-US" dirty="0"/>
          </a:p>
        </p:txBody>
      </p:sp>
      <p:sp>
        <p:nvSpPr>
          <p:cNvPr id="6" name="Slide Number Placeholder 5">
            <a:extLst>
              <a:ext uri="{FF2B5EF4-FFF2-40B4-BE49-F238E27FC236}">
                <a16:creationId xmlns:a16="http://schemas.microsoft.com/office/drawing/2014/main" id="{ED7E8873-455E-923B-1219-1607269A283F}"/>
              </a:ext>
            </a:extLst>
          </p:cNvPr>
          <p:cNvSpPr>
            <a:spLocks noGrp="1"/>
          </p:cNvSpPr>
          <p:nvPr>
            <p:ph type="sldNum" sz="quarter" idx="13"/>
          </p:nvPr>
        </p:nvSpPr>
        <p:spPr/>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55258495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Two full bleed images">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ADE4608A-2C9D-8AC0-0EE2-0A3DE403F95E}"/>
              </a:ext>
            </a:extLst>
          </p:cNvPr>
          <p:cNvSpPr>
            <a:spLocks noGrp="1"/>
          </p:cNvSpPr>
          <p:nvPr>
            <p:ph type="pic" sz="quarter" idx="10" hasCustomPrompt="1"/>
          </p:nvPr>
        </p:nvSpPr>
        <p:spPr>
          <a:xfrm>
            <a:off x="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4" name="Picture Placeholder 6">
            <a:extLst>
              <a:ext uri="{FF2B5EF4-FFF2-40B4-BE49-F238E27FC236}">
                <a16:creationId xmlns:a16="http://schemas.microsoft.com/office/drawing/2014/main" id="{18BDCDEC-14FD-8C34-93CD-BF169FDDE985}"/>
              </a:ext>
            </a:extLst>
          </p:cNvPr>
          <p:cNvSpPr>
            <a:spLocks noGrp="1"/>
          </p:cNvSpPr>
          <p:nvPr>
            <p:ph type="pic" sz="quarter" idx="11"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3" name="Title 2">
            <a:extLst>
              <a:ext uri="{FF2B5EF4-FFF2-40B4-BE49-F238E27FC236}">
                <a16:creationId xmlns:a16="http://schemas.microsoft.com/office/drawing/2014/main" id="{9E428EDA-797C-145E-CD31-0E63FC891181}"/>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Tree>
    <p:extLst>
      <p:ext uri="{BB962C8B-B14F-4D97-AF65-F5344CB8AC3E}">
        <p14:creationId xmlns:p14="http://schemas.microsoft.com/office/powerpoint/2010/main" val="15064838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Half image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Master title style</a:t>
            </a:r>
            <a:endParaRPr lang="en-US" dirty="0"/>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1BB5808C-19DB-4C41-84E0-48A1BD83855E}" type="datetime1">
              <a:rPr lang="en-US" smtClean="0"/>
              <a:t>4/16/2026</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174820804"/>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Half image - dark">
    <p:bg>
      <p:bgRef idx="1001">
        <a:schemeClr val="bg1"/>
      </p:bgRef>
    </p:bg>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Master title style</a:t>
            </a:r>
            <a:endParaRPr lang="en-US" dirty="0"/>
          </a:p>
        </p:txBody>
      </p:sp>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p>
            <a:fld id="{4FA18C8D-234A-4CF1-A186-3B9D9D2193F7}" type="datetime1">
              <a:rPr lang="en-US" smtClean="0"/>
              <a:t>4/16/2026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708625479"/>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Half image big statement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dirty="0"/>
              <a:t>Click to add </a:t>
            </a:r>
            <a:br>
              <a:rPr lang="en-US" dirty="0"/>
            </a:br>
            <a:r>
              <a:rPr lang="en-US" dirty="0"/>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1A524937-147D-4B8D-B911-4B6401599AE1}" type="datetime1">
              <a:rPr lang="en-US" smtClean="0"/>
              <a:t>4/16/2026</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004170106"/>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Half image big statement - dark">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dirty="0"/>
              <a:t>Click to add </a:t>
            </a:r>
            <a:br>
              <a:rPr lang="en-US" dirty="0"/>
            </a:br>
            <a:r>
              <a:rPr lang="en-US" dirty="0"/>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32FDA553-34D9-4BF0-AE12-2F31CF77CB92}" type="datetime1">
              <a:rPr lang="en-US" smtClean="0"/>
              <a:t>4/16/2026</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880592317"/>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Bio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9C8F0F23-A115-4B55-B0DC-1A145A15A985}" type="datetime1">
              <a:rPr lang="en-US" smtClean="0"/>
              <a:t>4/16/2026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6096112" y="1000124"/>
            <a:ext cx="5212079" cy="249812"/>
          </a:xfrm>
        </p:spPr>
        <p:txBody>
          <a:bodyPr wrap="square">
            <a:spAutoFit/>
          </a:bodyPr>
          <a:lstStyle>
            <a:lvl1pPr marL="0" indent="0">
              <a:lnSpc>
                <a:spcPct val="100000"/>
              </a:lnSpc>
              <a:buNone/>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bwMode="white">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Cognizant Logo_rgb_rev_2023" descr="Cognizant logo reversed, SVG format">
            <a:extLst>
              <a:ext uri="{FF2B5EF4-FFF2-40B4-BE49-F238E27FC236}">
                <a16:creationId xmlns:a16="http://schemas.microsoft.com/office/drawing/2014/main" id="{2B4BD740-217D-D8B8-0418-4E6D1550639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37795905"/>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io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BB37B52D-59B6-4C6B-B2D0-A7DB448212D2}" type="datetime1">
              <a:rPr lang="en-US" smtClean="0"/>
              <a:t>4/16/2026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6096112" y="1000124"/>
            <a:ext cx="5212079" cy="249812"/>
          </a:xfrm>
        </p:spPr>
        <p:txBody>
          <a:bodyPr wrap="square">
            <a:spAutoFit/>
          </a:bodyPr>
          <a:lstStyle>
            <a:lvl1pPr marL="0" indent="0">
              <a:lnSpc>
                <a:spcPct val="100000"/>
              </a:lnSpc>
              <a:buNone/>
              <a:defRPr>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97481656"/>
      </p:ext>
    </p:extLst>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eam introduction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57AF3672-9971-4DF1-9084-EED87CB53896}" type="datetime1">
              <a:rPr lang="en-US" smtClean="0"/>
              <a:t>4/16/2026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1437641"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bwMode="white">
          <a:xfrm>
            <a:off x="3926605"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bwMode="white">
          <a:xfrm>
            <a:off x="3926605"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bwMode="white">
          <a:xfrm>
            <a:off x="643659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bwMode="white">
          <a:xfrm>
            <a:off x="643659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bwMode="white">
          <a:xfrm>
            <a:off x="894658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bwMode="white">
          <a:xfrm>
            <a:off x="894658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bwMode="white">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bwMode="white">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bwMode="white">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pic>
        <p:nvPicPr>
          <p:cNvPr id="3" name="Cognizant Logo_rgb_rev_2023" descr="Cognizant logo reversed, SVG format">
            <a:extLst>
              <a:ext uri="{FF2B5EF4-FFF2-40B4-BE49-F238E27FC236}">
                <a16:creationId xmlns:a16="http://schemas.microsoft.com/office/drawing/2014/main" id="{289D256D-EB50-B40B-6594-8D04791EFFC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4042138913"/>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Bio alt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1619814"/>
            <a:ext cx="2799786" cy="2799786"/>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endParaRPr lang="en-US" dirty="0"/>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96977534-0DA3-4097-9D59-53EA5CBCE385}" type="datetime1">
              <a:rPr lang="en-US" smtClean="0"/>
              <a:t>4/16/2026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840598" y="3450611"/>
            <a:ext cx="5014602" cy="249812"/>
          </a:xfrm>
        </p:spPr>
        <p:txBody>
          <a:bodyPr wrap="square">
            <a:spAutoFit/>
          </a:bodyPr>
          <a:lstStyle>
            <a:lvl1pPr marL="0" indent="0">
              <a:buNone/>
              <a:defRPr sz="16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bwMode="white">
          <a:xfrm>
            <a:off x="4840597" y="3868550"/>
            <a:ext cx="5014599" cy="187359"/>
          </a:xfrm>
        </p:spPr>
        <p:txBody>
          <a:bodyPr wrap="square">
            <a:spAutoFit/>
          </a:bodyPr>
          <a:lstStyle>
            <a:lvl1pPr marL="0" indent="0">
              <a:lnSpc>
                <a:spcPct val="100000"/>
              </a:lnSpc>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Title here</a:t>
            </a:r>
          </a:p>
        </p:txBody>
      </p:sp>
      <p:pic>
        <p:nvPicPr>
          <p:cNvPr id="2" name="Cognizant Logo_rgb_rev_2023" descr="Cognizant logo reversed, SVG format">
            <a:extLst>
              <a:ext uri="{FF2B5EF4-FFF2-40B4-BE49-F238E27FC236}">
                <a16:creationId xmlns:a16="http://schemas.microsoft.com/office/drawing/2014/main" id="{BECD7034-456B-359A-4008-D8F48DBDB2E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918756601"/>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am introduction - light">
    <p:bg>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DB5201A6-12F9-468B-B44F-50AEC23C7C5D}" type="datetime1">
              <a:rPr lang="en-US" smtClean="0"/>
              <a:t>4/16/2026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1437641"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a:xfrm>
            <a:off x="3926605"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a:xfrm>
            <a:off x="3926605"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a:xfrm>
            <a:off x="643659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a:xfrm>
            <a:off x="643659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a:xfrm>
            <a:off x="894658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a:xfrm>
            <a:off x="894658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Tree>
    <p:extLst>
      <p:ext uri="{BB962C8B-B14F-4D97-AF65-F5344CB8AC3E}">
        <p14:creationId xmlns:p14="http://schemas.microsoft.com/office/powerpoint/2010/main" val="2487450006"/>
      </p:ext>
    </p:extLst>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io alt - light">
    <p:bg>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1619814"/>
            <a:ext cx="2799786" cy="2799786"/>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endParaRPr lang="en-US" dirty="0"/>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8E8A5000-CFAF-48AA-A1F5-19ACBA8F9248}" type="datetime1">
              <a:rPr lang="en-US" smtClean="0"/>
              <a:t>4/16/2026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840598" y="3450611"/>
            <a:ext cx="5014602" cy="249812"/>
          </a:xfrm>
        </p:spPr>
        <p:txBody>
          <a:bodyPr wrap="square">
            <a:spAutoFit/>
          </a:bodyPr>
          <a:lstStyle>
            <a:lvl1pPr marL="0" indent="0">
              <a:buNone/>
              <a:defRPr sz="16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a:xfrm>
            <a:off x="4840597" y="3868550"/>
            <a:ext cx="5014599" cy="187359"/>
          </a:xfrm>
        </p:spPr>
        <p:txBody>
          <a:bodyPr wrap="square">
            <a:spAutoFit/>
          </a:bodyPr>
          <a:lstStyle>
            <a:lvl1pPr marL="0" indent="0">
              <a:lnSpc>
                <a:spcPct val="100000"/>
              </a:lnSpc>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Title here</a:t>
            </a:r>
          </a:p>
        </p:txBody>
      </p:sp>
    </p:spTree>
    <p:extLst>
      <p:ext uri="{BB962C8B-B14F-4D97-AF65-F5344CB8AC3E}">
        <p14:creationId xmlns:p14="http://schemas.microsoft.com/office/powerpoint/2010/main" val="4009223359"/>
      </p:ext>
    </p:extLst>
  </p:cSld>
  <p:clrMapOvr>
    <a:overrideClrMapping bg1="lt1" tx1="dk1" bg2="lt2" tx2="dk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ase study">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1219200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2685238"/>
            <a:ext cx="7518399" cy="492443"/>
          </a:xfrm>
        </p:spPr>
        <p:txBody>
          <a:bodyPr wrap="square" lIns="0" tIns="0" rIns="0" bIns="0" anchor="ctr" anchorCtr="0">
            <a:spAutoFit/>
          </a:bodyPr>
          <a:lstStyle>
            <a:lvl1pPr>
              <a:lnSpc>
                <a:spcPct val="100000"/>
              </a:lnSpc>
              <a:spcBef>
                <a:spcPts val="1200"/>
              </a:spcBef>
              <a:defRPr sz="32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D9C2A5B5-C493-46C7-A150-ADCF0F3EA550}" type="datetime1">
              <a:rPr lang="en-US" smtClean="0"/>
              <a:t>4/16/2026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692020149"/>
      </p:ext>
    </p:extLst>
  </p:cSld>
  <p:clrMapOvr>
    <a:overrideClrMapping bg1="lt1" tx1="dk1" bg2="lt2" tx2="dk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PRINT LAYOUT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10479" y="1385366"/>
            <a:ext cx="10171054" cy="4087273"/>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PRINT</a:t>
            </a:r>
            <a:br>
              <a:rPr kumimoji="0" lang="en-US" sz="16600" b="1" i="0" u="none" strike="noStrike" kern="0" cap="none" spc="0" normalizeH="0" baseline="0" noProof="0" dirty="0">
                <a:ln>
                  <a:noFill/>
                </a:ln>
                <a:solidFill>
                  <a:srgbClr val="FFFFFF"/>
                </a:solidFill>
                <a:effectLst/>
                <a:uLnTx/>
                <a:uFillTx/>
              </a:rPr>
            </a:br>
            <a:r>
              <a:rPr kumimoji="0" lang="en-US" sz="16600" b="1" i="0" u="none" strike="noStrike" kern="0" cap="none" spc="0" normalizeH="0" baseline="0" noProof="0" dirty="0">
                <a:ln>
                  <a:noFill/>
                </a:ln>
                <a:solidFill>
                  <a:srgbClr val="FFFFFF"/>
                </a:solidFill>
                <a:effectLst/>
                <a:uLnTx/>
                <a:uFillTx/>
              </a:rPr>
              <a:t>LAYOUTS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432408760"/>
      </p:ext>
    </p:extLst>
  </p:cSld>
  <p:clrMapOvr>
    <a:overrideClrMapping bg1="dk1" tx1="lt1" bg2="dk2" tx2="lt2" accent1="accent1" accent2="accent2" accent3="accent3" accent4="accent4" accent5="accent5" accent6="accent6" hlink="hlink" folHlink="folHlink"/>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Print layou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8" name="Content Placeholder 4">
            <a:extLst>
              <a:ext uri="{FF2B5EF4-FFF2-40B4-BE49-F238E27FC236}">
                <a16:creationId xmlns:a16="http://schemas.microsoft.com/office/drawing/2014/main" id="{97C8D286-D420-EE2D-6164-1E5FF70C4225}"/>
              </a:ext>
            </a:extLst>
          </p:cNvPr>
          <p:cNvSpPr>
            <a:spLocks noGrp="1"/>
          </p:cNvSpPr>
          <p:nvPr>
            <p:ph sz="quarter" idx="13" hasCustomPrompt="1"/>
          </p:nvPr>
        </p:nvSpPr>
        <p:spPr>
          <a:xfrm>
            <a:off x="457200" y="1447800"/>
            <a:ext cx="112776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6" name="Date Placeholder 5">
            <a:extLst>
              <a:ext uri="{FF2B5EF4-FFF2-40B4-BE49-F238E27FC236}">
                <a16:creationId xmlns:a16="http://schemas.microsoft.com/office/drawing/2014/main" id="{72328515-FC2B-A5A7-A51D-AD83EA148662}"/>
              </a:ext>
            </a:extLst>
          </p:cNvPr>
          <p:cNvSpPr>
            <a:spLocks noGrp="1"/>
          </p:cNvSpPr>
          <p:nvPr>
            <p:ph type="dt" sz="half" idx="14"/>
          </p:nvPr>
        </p:nvSpPr>
        <p:spPr/>
        <p:txBody>
          <a:bodyPr/>
          <a:lstStyle/>
          <a:p>
            <a:fld id="{243E7BF8-771B-44E1-8077-3B3D238EA0E8}" type="datetime1">
              <a:rPr lang="en-US" smtClean="0"/>
              <a:t>4/16/2026</a:t>
            </a:fld>
            <a:endParaRPr lang="en-US" dirty="0"/>
          </a:p>
        </p:txBody>
      </p:sp>
      <p:sp>
        <p:nvSpPr>
          <p:cNvPr id="7" name="Footer Placeholder 6">
            <a:extLst>
              <a:ext uri="{FF2B5EF4-FFF2-40B4-BE49-F238E27FC236}">
                <a16:creationId xmlns:a16="http://schemas.microsoft.com/office/drawing/2014/main" id="{8A78C47A-CC18-2B7E-01BA-B71033C96E49}"/>
              </a:ext>
            </a:extLst>
          </p:cNvPr>
          <p:cNvSpPr>
            <a:spLocks noGrp="1"/>
          </p:cNvSpPr>
          <p:nvPr>
            <p:ph type="ftr" sz="quarter" idx="15"/>
          </p:nvPr>
        </p:nvSpPr>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19B43DAB-918E-9FD2-A5E8-F9530136AAE1}"/>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07321474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Print layou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6" name="Content Placeholder 4">
            <a:extLst>
              <a:ext uri="{FF2B5EF4-FFF2-40B4-BE49-F238E27FC236}">
                <a16:creationId xmlns:a16="http://schemas.microsoft.com/office/drawing/2014/main" id="{EFB2AB4E-99EA-866B-42DB-AA6B0640E978}"/>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8" name="Date Placeholder 7">
            <a:extLst>
              <a:ext uri="{FF2B5EF4-FFF2-40B4-BE49-F238E27FC236}">
                <a16:creationId xmlns:a16="http://schemas.microsoft.com/office/drawing/2014/main" id="{49FBA165-B4C4-9560-3B73-D4440E1274B4}"/>
              </a:ext>
            </a:extLst>
          </p:cNvPr>
          <p:cNvSpPr>
            <a:spLocks noGrp="1"/>
          </p:cNvSpPr>
          <p:nvPr>
            <p:ph type="dt" sz="half" idx="14"/>
          </p:nvPr>
        </p:nvSpPr>
        <p:spPr/>
        <p:txBody>
          <a:bodyPr/>
          <a:lstStyle/>
          <a:p>
            <a:fld id="{E1B9DF5E-9AD4-4087-B137-32CBE7F264D9}" type="datetime1">
              <a:rPr lang="en-US" smtClean="0"/>
              <a:t>4/16/2026</a:t>
            </a:fld>
            <a:endParaRPr lang="en-US" dirty="0"/>
          </a:p>
        </p:txBody>
      </p:sp>
      <p:sp>
        <p:nvSpPr>
          <p:cNvPr id="9" name="Footer Placeholder 8">
            <a:extLst>
              <a:ext uri="{FF2B5EF4-FFF2-40B4-BE49-F238E27FC236}">
                <a16:creationId xmlns:a16="http://schemas.microsoft.com/office/drawing/2014/main" id="{355393B2-66D7-C532-B4ED-1C7095A892B2}"/>
              </a:ext>
            </a:extLst>
          </p:cNvPr>
          <p:cNvSpPr>
            <a:spLocks noGrp="1"/>
          </p:cNvSpPr>
          <p:nvPr>
            <p:ph type="ftr" sz="quarter" idx="15"/>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3E96471B-AF2B-8429-A5BE-4098F30AC55D}"/>
              </a:ext>
            </a:extLst>
          </p:cNvPr>
          <p:cNvSpPr>
            <a:spLocks noGrp="1"/>
          </p:cNvSpPr>
          <p:nvPr>
            <p:ph type="sldNum" sz="quarter" idx="16"/>
          </p:nvPr>
        </p:nvSpPr>
        <p:spPr/>
        <p:txBody>
          <a:bodyPr/>
          <a:lstStyle/>
          <a:p>
            <a:fld id="{38826FC0-333C-E549-9FA3-0EE43DF298A3}" type="slidenum">
              <a:rPr lang="en-US" smtClean="0"/>
              <a:pPr/>
              <a:t>‹#›</a:t>
            </a:fld>
            <a:endParaRPr lang="en-US" dirty="0"/>
          </a:p>
        </p:txBody>
      </p:sp>
      <p:sp>
        <p:nvSpPr>
          <p:cNvPr id="11" name="Picture Placeholder 6">
            <a:extLst>
              <a:ext uri="{FF2B5EF4-FFF2-40B4-BE49-F238E27FC236}">
                <a16:creationId xmlns:a16="http://schemas.microsoft.com/office/drawing/2014/main" id="{FF811353-C714-762F-1AAE-32044BE7B552}"/>
              </a:ext>
            </a:extLst>
          </p:cNvPr>
          <p:cNvSpPr>
            <a:spLocks noGrp="1" noChangeAspect="1"/>
          </p:cNvSpPr>
          <p:nvPr>
            <p:ph type="pic" sz="quarter" idx="22" hasCustomPrompt="1"/>
          </p:nvPr>
        </p:nvSpPr>
        <p:spPr>
          <a:xfrm>
            <a:off x="8305800" y="1447800"/>
            <a:ext cx="3429000" cy="4716463"/>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Tree>
    <p:extLst>
      <p:ext uri="{BB962C8B-B14F-4D97-AF65-F5344CB8AC3E}">
        <p14:creationId xmlns:p14="http://schemas.microsoft.com/office/powerpoint/2010/main" val="334882160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Print layou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9" name="Content Placeholder 11">
            <a:extLst>
              <a:ext uri="{FF2B5EF4-FFF2-40B4-BE49-F238E27FC236}">
                <a16:creationId xmlns:a16="http://schemas.microsoft.com/office/drawing/2014/main" id="{259B0F51-32FC-A168-2D3A-C5941F904A9A}"/>
              </a:ext>
            </a:extLst>
          </p:cNvPr>
          <p:cNvSpPr>
            <a:spLocks noGrp="1"/>
          </p:cNvSpPr>
          <p:nvPr>
            <p:ph sz="quarter" idx="15" hasCustomPrompt="1"/>
          </p:nvPr>
        </p:nvSpPr>
        <p:spPr>
          <a:xfrm>
            <a:off x="8305800" y="1447800"/>
            <a:ext cx="3429000" cy="4716463"/>
          </a:xfrm>
          <a:noFill/>
        </p:spPr>
        <p:txBody>
          <a:bodyPr bIns="1280160" anchor="ctr" anchorCtr="0"/>
          <a:lstStyle>
            <a:lvl1pPr marL="0" indent="0" algn="ctr">
              <a:buNone/>
              <a:defRPr sz="1100">
                <a:solidFill>
                  <a:schemeClr val="tx1"/>
                </a:solidFill>
              </a:defRPr>
            </a:lvl1pPr>
          </a:lstStyle>
          <a:p>
            <a:pPr lvl="0"/>
            <a:r>
              <a:rPr lang="en-US" dirty="0"/>
              <a:t>Click to add content</a:t>
            </a:r>
          </a:p>
        </p:txBody>
      </p:sp>
      <p:sp>
        <p:nvSpPr>
          <p:cNvPr id="6" name="Content Placeholder 4">
            <a:extLst>
              <a:ext uri="{FF2B5EF4-FFF2-40B4-BE49-F238E27FC236}">
                <a16:creationId xmlns:a16="http://schemas.microsoft.com/office/drawing/2014/main" id="{E6871F2F-0300-3464-E2A2-7AF48ACCDA0E}"/>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7" name="Date Placeholder 6">
            <a:extLst>
              <a:ext uri="{FF2B5EF4-FFF2-40B4-BE49-F238E27FC236}">
                <a16:creationId xmlns:a16="http://schemas.microsoft.com/office/drawing/2014/main" id="{E7F5A834-2BF7-D718-8760-B751F1362C5B}"/>
              </a:ext>
            </a:extLst>
          </p:cNvPr>
          <p:cNvSpPr>
            <a:spLocks noGrp="1"/>
          </p:cNvSpPr>
          <p:nvPr>
            <p:ph type="dt" sz="half" idx="16"/>
          </p:nvPr>
        </p:nvSpPr>
        <p:spPr/>
        <p:txBody>
          <a:bodyPr/>
          <a:lstStyle/>
          <a:p>
            <a:fld id="{8B3334DE-0309-4316-9524-1C880826860D}" type="datetime1">
              <a:rPr lang="en-US" smtClean="0"/>
              <a:t>4/16/2026</a:t>
            </a:fld>
            <a:endParaRPr lang="en-US" dirty="0"/>
          </a:p>
        </p:txBody>
      </p:sp>
      <p:sp>
        <p:nvSpPr>
          <p:cNvPr id="8" name="Footer Placeholder 7">
            <a:extLst>
              <a:ext uri="{FF2B5EF4-FFF2-40B4-BE49-F238E27FC236}">
                <a16:creationId xmlns:a16="http://schemas.microsoft.com/office/drawing/2014/main" id="{BAD15E00-493E-DA78-52D5-886D4490A1D0}"/>
              </a:ext>
            </a:extLst>
          </p:cNvPr>
          <p:cNvSpPr>
            <a:spLocks noGrp="1"/>
          </p:cNvSpPr>
          <p:nvPr>
            <p:ph type="ftr" sz="quarter" idx="17"/>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A2550889-1E0E-444C-2EB8-5E1C1E1649C8}"/>
              </a:ext>
            </a:extLst>
          </p:cNvPr>
          <p:cNvSpPr>
            <a:spLocks noGrp="1"/>
          </p:cNvSpPr>
          <p:nvPr>
            <p:ph type="sldNum" sz="quarter" idx="18"/>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31153402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Print layou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7" name="Text Placeholder 9">
            <a:extLst>
              <a:ext uri="{FF2B5EF4-FFF2-40B4-BE49-F238E27FC236}">
                <a16:creationId xmlns:a16="http://schemas.microsoft.com/office/drawing/2014/main" id="{A497A1BE-986B-0BD6-76A5-85ABDFBA41E0}"/>
              </a:ext>
            </a:extLst>
          </p:cNvPr>
          <p:cNvSpPr>
            <a:spLocks noGrp="1"/>
          </p:cNvSpPr>
          <p:nvPr>
            <p:ph type="body" sz="quarter" idx="16" hasCustomPrompt="1"/>
          </p:nvPr>
        </p:nvSpPr>
        <p:spPr>
          <a:xfrm>
            <a:off x="8446381" y="2016681"/>
            <a:ext cx="3291841" cy="337080"/>
          </a:xfrm>
          <a:noFill/>
        </p:spPr>
        <p:txBody>
          <a:bodyPr wrap="square" lIns="0" tIns="0" rIns="0" bIns="0">
            <a:spAutoFit/>
          </a:bodyPr>
          <a:lstStyle>
            <a:lvl1pPr marL="0" indent="0">
              <a:lnSpc>
                <a:spcPct val="110000"/>
              </a:lnSpc>
              <a:spcBef>
                <a:spcPts val="1200"/>
              </a:spcBef>
              <a:buNone/>
              <a:defRPr sz="1100">
                <a:solidFill>
                  <a:schemeClr val="accent1"/>
                </a:solidFill>
              </a:defRPr>
            </a:lvl1pPr>
            <a:lvl2pPr marL="12700" marR="0" indent="0" algn="l" defTabSz="914171" rtl="0" eaLnBrk="1" fontAlgn="auto" latinLnBrk="0" hangingPunct="1">
              <a:lnSpc>
                <a:spcPct val="110000"/>
              </a:lnSpc>
              <a:spcBef>
                <a:spcPts val="1200"/>
              </a:spcBef>
              <a:spcAft>
                <a:spcPts val="1200"/>
              </a:spcAft>
              <a:buClr>
                <a:schemeClr val="accent1"/>
              </a:buClr>
              <a:buSzTx/>
              <a:buFont typeface="Arial" panose="020B0604020202020204" pitchFamily="34" charset="0"/>
              <a:buNone/>
              <a:tabLst/>
              <a:defRPr sz="900" i="1">
                <a:solidFill>
                  <a:schemeClr val="tx2"/>
                </a:solidFill>
              </a:defRPr>
            </a:lvl2pPr>
            <a:lvl3pPr marL="9525" indent="619125">
              <a:buFontTx/>
              <a:buNone/>
              <a:tabLst/>
              <a:defRPr sz="900"/>
            </a:lvl3pPr>
          </a:lstStyle>
          <a:p>
            <a:pPr lvl="0"/>
            <a:r>
              <a:rPr lang="en-US" dirty="0"/>
              <a:t>Click to edit text</a:t>
            </a:r>
          </a:p>
          <a:p>
            <a:pPr marL="12700" marR="0" lvl="1" indent="0" algn="l" defTabSz="914171" rtl="0" eaLnBrk="1" fontAlgn="auto" latinLnBrk="0" hangingPunct="1">
              <a:lnSpc>
                <a:spcPct val="120000"/>
              </a:lnSpc>
              <a:spcBef>
                <a:spcPts val="0"/>
              </a:spcBef>
              <a:spcAft>
                <a:spcPts val="1200"/>
              </a:spcAft>
              <a:buClr>
                <a:schemeClr val="accent1"/>
              </a:buClr>
              <a:buSzTx/>
              <a:buFont typeface="Arial" panose="020B0604020202020204" pitchFamily="34" charset="0"/>
              <a:buNone/>
              <a:tabLst/>
              <a:defRPr/>
            </a:pPr>
            <a:r>
              <a:rPr lang="en-US" dirty="0"/>
              <a:t>Click to edit text</a:t>
            </a:r>
          </a:p>
        </p:txBody>
      </p:sp>
      <p:cxnSp>
        <p:nvCxnSpPr>
          <p:cNvPr id="8" name="Straight Connector 7">
            <a:extLst>
              <a:ext uri="{FF2B5EF4-FFF2-40B4-BE49-F238E27FC236}">
                <a16:creationId xmlns:a16="http://schemas.microsoft.com/office/drawing/2014/main" id="{6CF16D66-A061-BB80-4196-FA88563E9FC5}"/>
              </a:ext>
            </a:extLst>
          </p:cNvPr>
          <p:cNvCxnSpPr>
            <a:cxnSpLocks noChangeAspect="1"/>
          </p:cNvCxnSpPr>
          <p:nvPr userDrawn="1"/>
        </p:nvCxnSpPr>
        <p:spPr>
          <a:xfrm>
            <a:off x="8446383" y="1455541"/>
            <a:ext cx="3154680" cy="0"/>
          </a:xfrm>
          <a:prstGeom prst="line">
            <a:avLst/>
          </a:prstGeom>
          <a:ln w="12700" cap="sq">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2" name="Content Placeholder 4">
            <a:extLst>
              <a:ext uri="{FF2B5EF4-FFF2-40B4-BE49-F238E27FC236}">
                <a16:creationId xmlns:a16="http://schemas.microsoft.com/office/drawing/2014/main" id="{443B4273-80BC-4D4B-45D3-71EA235891DD}"/>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j-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6" name="Date Placeholder 5">
            <a:extLst>
              <a:ext uri="{FF2B5EF4-FFF2-40B4-BE49-F238E27FC236}">
                <a16:creationId xmlns:a16="http://schemas.microsoft.com/office/drawing/2014/main" id="{A8D18051-2FD4-FBBA-DF0A-5AA5724D4CED}"/>
              </a:ext>
            </a:extLst>
          </p:cNvPr>
          <p:cNvSpPr>
            <a:spLocks noGrp="1"/>
          </p:cNvSpPr>
          <p:nvPr>
            <p:ph type="dt" sz="half" idx="17"/>
          </p:nvPr>
        </p:nvSpPr>
        <p:spPr/>
        <p:txBody>
          <a:bodyPr/>
          <a:lstStyle/>
          <a:p>
            <a:fld id="{D83E5922-6737-4E14-A9A5-0383F4604B00}" type="datetime1">
              <a:rPr lang="en-US" smtClean="0"/>
              <a:t>4/16/2026</a:t>
            </a:fld>
            <a:endParaRPr lang="en-US" dirty="0"/>
          </a:p>
        </p:txBody>
      </p:sp>
      <p:sp>
        <p:nvSpPr>
          <p:cNvPr id="9" name="Footer Placeholder 8">
            <a:extLst>
              <a:ext uri="{FF2B5EF4-FFF2-40B4-BE49-F238E27FC236}">
                <a16:creationId xmlns:a16="http://schemas.microsoft.com/office/drawing/2014/main" id="{2674FFEF-C1C1-A6A5-579D-03460B4B7B4E}"/>
              </a:ext>
            </a:extLst>
          </p:cNvPr>
          <p:cNvSpPr>
            <a:spLocks noGrp="1"/>
          </p:cNvSpPr>
          <p:nvPr>
            <p:ph type="ftr" sz="quarter" idx="18"/>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3CD4671-5EA7-FBFD-25EC-C2EB1310BC27}"/>
              </a:ext>
            </a:extLst>
          </p:cNvPr>
          <p:cNvSpPr>
            <a:spLocks noGrp="1"/>
          </p:cNvSpPr>
          <p:nvPr>
            <p:ph type="sldNum" sz="quarter" idx="19"/>
          </p:nvPr>
        </p:nvSpPr>
        <p:spPr/>
        <p:txBody>
          <a:bodyPr/>
          <a:lstStyle/>
          <a:p>
            <a:fld id="{38826FC0-333C-E549-9FA3-0EE43DF298A3}" type="slidenum">
              <a:rPr lang="en-US" smtClean="0"/>
              <a:pPr/>
              <a:t>‹#›</a:t>
            </a:fld>
            <a:endParaRPr lang="en-US" dirty="0"/>
          </a:p>
        </p:txBody>
      </p:sp>
      <p:sp>
        <p:nvSpPr>
          <p:cNvPr id="16" name="Freeform 15">
            <a:extLst>
              <a:ext uri="{FF2B5EF4-FFF2-40B4-BE49-F238E27FC236}">
                <a16:creationId xmlns:a16="http://schemas.microsoft.com/office/drawing/2014/main" id="{B4239B95-1BE5-65A8-8088-4245AFE6DC2A}"/>
              </a:ext>
            </a:extLst>
          </p:cNvPr>
          <p:cNvSpPr>
            <a:spLocks noChangeAspect="1"/>
          </p:cNvSpPr>
          <p:nvPr userDrawn="1"/>
        </p:nvSpPr>
        <p:spPr>
          <a:xfrm>
            <a:off x="8450629" y="1583574"/>
            <a:ext cx="292608" cy="297056"/>
          </a:xfrm>
          <a:custGeom>
            <a:avLst/>
            <a:gdLst>
              <a:gd name="connsiteX0" fmla="*/ 305136 w 336446"/>
              <a:gd name="connsiteY0" fmla="*/ 0 h 341560"/>
              <a:gd name="connsiteX1" fmla="*/ 336446 w 336446"/>
              <a:gd name="connsiteY1" fmla="*/ 49811 h 341560"/>
              <a:gd name="connsiteX2" fmla="*/ 278808 w 336446"/>
              <a:gd name="connsiteY2" fmla="*/ 98554 h 341560"/>
              <a:gd name="connsiteX3" fmla="*/ 258172 w 336446"/>
              <a:gd name="connsiteY3" fmla="*/ 192839 h 341560"/>
              <a:gd name="connsiteX4" fmla="*/ 325061 w 336446"/>
              <a:gd name="connsiteY4" fmla="*/ 192839 h 341560"/>
              <a:gd name="connsiteX5" fmla="*/ 325061 w 336446"/>
              <a:gd name="connsiteY5" fmla="*/ 341560 h 341560"/>
              <a:gd name="connsiteX6" fmla="*/ 187725 w 336446"/>
              <a:gd name="connsiteY6" fmla="*/ 341560 h 341560"/>
              <a:gd name="connsiteX7" fmla="*/ 187725 w 336446"/>
              <a:gd name="connsiteY7" fmla="*/ 224149 h 341560"/>
              <a:gd name="connsiteX8" fmla="*/ 210495 w 336446"/>
              <a:gd name="connsiteY8" fmla="*/ 86101 h 341560"/>
              <a:gd name="connsiteX9" fmla="*/ 305136 w 336446"/>
              <a:gd name="connsiteY9" fmla="*/ 0 h 341560"/>
              <a:gd name="connsiteX10" fmla="*/ 117411 w 336446"/>
              <a:gd name="connsiteY10" fmla="*/ 0 h 341560"/>
              <a:gd name="connsiteX11" fmla="*/ 148721 w 336446"/>
              <a:gd name="connsiteY11" fmla="*/ 49811 h 341560"/>
              <a:gd name="connsiteX12" fmla="*/ 91083 w 336446"/>
              <a:gd name="connsiteY12" fmla="*/ 98554 h 341560"/>
              <a:gd name="connsiteX13" fmla="*/ 70447 w 336446"/>
              <a:gd name="connsiteY13" fmla="*/ 192839 h 341560"/>
              <a:gd name="connsiteX14" fmla="*/ 137336 w 336446"/>
              <a:gd name="connsiteY14" fmla="*/ 192839 h 341560"/>
              <a:gd name="connsiteX15" fmla="*/ 137336 w 336446"/>
              <a:gd name="connsiteY15" fmla="*/ 341560 h 341560"/>
              <a:gd name="connsiteX16" fmla="*/ 0 w 336446"/>
              <a:gd name="connsiteY16" fmla="*/ 341560 h 341560"/>
              <a:gd name="connsiteX17" fmla="*/ 0 w 336446"/>
              <a:gd name="connsiteY17" fmla="*/ 224149 h 341560"/>
              <a:gd name="connsiteX18" fmla="*/ 22770 w 336446"/>
              <a:gd name="connsiteY18" fmla="*/ 86101 h 341560"/>
              <a:gd name="connsiteX19" fmla="*/ 117411 w 336446"/>
              <a:gd name="connsiteY19" fmla="*/ 0 h 341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6446" h="341560">
                <a:moveTo>
                  <a:pt x="305136" y="0"/>
                </a:moveTo>
                <a:lnTo>
                  <a:pt x="336446" y="49811"/>
                </a:lnTo>
                <a:cubicBezTo>
                  <a:pt x="310354" y="60722"/>
                  <a:pt x="291142" y="76969"/>
                  <a:pt x="278808" y="98554"/>
                </a:cubicBezTo>
                <a:cubicBezTo>
                  <a:pt x="266473" y="120139"/>
                  <a:pt x="259595" y="151567"/>
                  <a:pt x="258172" y="192839"/>
                </a:cubicBezTo>
                <a:lnTo>
                  <a:pt x="325061" y="192839"/>
                </a:lnTo>
                <a:lnTo>
                  <a:pt x="325061" y="341560"/>
                </a:lnTo>
                <a:lnTo>
                  <a:pt x="187725" y="341560"/>
                </a:lnTo>
                <a:lnTo>
                  <a:pt x="187725" y="224149"/>
                </a:lnTo>
                <a:cubicBezTo>
                  <a:pt x="187725" y="160581"/>
                  <a:pt x="195315" y="114565"/>
                  <a:pt x="210495" y="86101"/>
                </a:cubicBezTo>
                <a:cubicBezTo>
                  <a:pt x="230420" y="48150"/>
                  <a:pt x="261967" y="19450"/>
                  <a:pt x="305136" y="0"/>
                </a:cubicBezTo>
                <a:close/>
                <a:moveTo>
                  <a:pt x="117411" y="0"/>
                </a:moveTo>
                <a:lnTo>
                  <a:pt x="148721" y="49811"/>
                </a:lnTo>
                <a:cubicBezTo>
                  <a:pt x="122629" y="60722"/>
                  <a:pt x="103417" y="76969"/>
                  <a:pt x="91083" y="98554"/>
                </a:cubicBezTo>
                <a:cubicBezTo>
                  <a:pt x="78748" y="120139"/>
                  <a:pt x="71870" y="151567"/>
                  <a:pt x="70447" y="192839"/>
                </a:cubicBezTo>
                <a:lnTo>
                  <a:pt x="137336" y="192839"/>
                </a:lnTo>
                <a:lnTo>
                  <a:pt x="137336" y="341560"/>
                </a:lnTo>
                <a:lnTo>
                  <a:pt x="0" y="341560"/>
                </a:lnTo>
                <a:lnTo>
                  <a:pt x="0" y="224149"/>
                </a:lnTo>
                <a:cubicBezTo>
                  <a:pt x="0" y="160581"/>
                  <a:pt x="7590" y="114565"/>
                  <a:pt x="22770" y="86101"/>
                </a:cubicBezTo>
                <a:cubicBezTo>
                  <a:pt x="42695" y="48150"/>
                  <a:pt x="74242" y="19450"/>
                  <a:pt x="117411"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296466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DO NOT USE">
    <p:bg>
      <p:bgPr>
        <a:solidFill>
          <a:srgbClr val="B81F2D"/>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13BE4D0-FD2D-17A7-0CB5-5D6CBED1C32D}"/>
              </a:ext>
            </a:extLst>
          </p:cNvPr>
          <p:cNvSpPr txBox="1"/>
          <p:nvPr/>
        </p:nvSpPr>
        <p:spPr>
          <a:xfrm>
            <a:off x="1581464" y="662092"/>
            <a:ext cx="9029075" cy="5533823"/>
          </a:xfrm>
          <a:prstGeom prst="rect">
            <a:avLst/>
          </a:prstGeom>
          <a:noFill/>
        </p:spPr>
        <p:txBody>
          <a:bodyPr wrap="none" lIns="0" tIns="0" rIns="0" bIns="0" rtlCol="0" anchor="ctr">
            <a:spAutoFit/>
          </a:bodyPr>
          <a:lstStyle/>
          <a:p>
            <a:pPr algn="ctr">
              <a:lnSpc>
                <a:spcPct val="80000"/>
              </a:lnSpc>
              <a:spcAft>
                <a:spcPts val="1200"/>
              </a:spcAft>
            </a:pPr>
            <a:r>
              <a:rPr lang="en-US" sz="9600" b="1" dirty="0">
                <a:solidFill>
                  <a:schemeClr val="bg1"/>
                </a:solidFill>
              </a:rPr>
              <a:t>DO NOT USE </a:t>
            </a:r>
            <a:br>
              <a:rPr lang="en-US" sz="9600" b="1" dirty="0">
                <a:solidFill>
                  <a:schemeClr val="bg1"/>
                </a:solidFill>
              </a:rPr>
            </a:br>
            <a:r>
              <a:rPr lang="en-US" sz="9600" b="1" dirty="0">
                <a:solidFill>
                  <a:schemeClr val="bg1"/>
                </a:solidFill>
              </a:rPr>
              <a:t>ANY LAYOUTS </a:t>
            </a:r>
            <a:br>
              <a:rPr lang="en-US" sz="9600" b="1" dirty="0">
                <a:solidFill>
                  <a:schemeClr val="bg1"/>
                </a:solidFill>
              </a:rPr>
            </a:br>
            <a:r>
              <a:rPr lang="en-US" sz="9600" b="1" dirty="0">
                <a:solidFill>
                  <a:schemeClr val="bg1"/>
                </a:solidFill>
              </a:rPr>
              <a:t>BEYOND </a:t>
            </a:r>
            <a:br>
              <a:rPr lang="en-US" sz="9600" b="1" dirty="0">
                <a:solidFill>
                  <a:schemeClr val="bg1"/>
                </a:solidFill>
              </a:rPr>
            </a:br>
            <a:r>
              <a:rPr lang="en-US" sz="9600" b="1" dirty="0">
                <a:solidFill>
                  <a:schemeClr val="bg1"/>
                </a:solidFill>
              </a:rPr>
              <a:t>THIS POINT</a:t>
            </a:r>
          </a:p>
          <a:p>
            <a:pPr algn="ctr">
              <a:lnSpc>
                <a:spcPct val="90000"/>
              </a:lnSpc>
              <a:spcAft>
                <a:spcPts val="2400"/>
              </a:spcAft>
            </a:pPr>
            <a:r>
              <a:rPr lang="en-US" sz="3600" b="0" i="1" dirty="0">
                <a:solidFill>
                  <a:schemeClr val="bg1"/>
                </a:solidFill>
              </a:rPr>
              <a:t>They are not a part of the official template</a:t>
            </a:r>
          </a:p>
        </p:txBody>
      </p:sp>
    </p:spTree>
    <p:extLst>
      <p:ext uri="{BB962C8B-B14F-4D97-AF65-F5344CB8AC3E}">
        <p14:creationId xmlns:p14="http://schemas.microsoft.com/office/powerpoint/2010/main" val="1199188471"/>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 Type="http://schemas.openxmlformats.org/officeDocument/2006/relationships/slideLayout" Target="../slideLayouts/slideLayout7.xml"/><Relationship Id="rId71" Type="http://schemas.openxmlformats.org/officeDocument/2006/relationships/image" Target="../media/image2.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F230B5-518B-24CC-5360-65ED114C9C97}"/>
              </a:ext>
            </a:extLst>
          </p:cNvPr>
          <p:cNvSpPr>
            <a:spLocks noGrp="1"/>
          </p:cNvSpPr>
          <p:nvPr>
            <p:ph type="title"/>
          </p:nvPr>
        </p:nvSpPr>
        <p:spPr>
          <a:xfrm>
            <a:off x="457200" y="457200"/>
            <a:ext cx="11277600" cy="332399"/>
          </a:xfrm>
          <a:prstGeom prst="rect">
            <a:avLst/>
          </a:prstGeom>
        </p:spPr>
        <p:txBody>
          <a:bodyPr vert="horz" wrap="square" lIns="0" tIns="0" rIns="0" bIns="0" rtlCol="0" anchor="t">
            <a:spAutoFit/>
          </a:bodyPr>
          <a:lstStyle/>
          <a:p>
            <a:r>
              <a:rPr lang="en-US" dirty="0"/>
              <a:t>Click to add title</a:t>
            </a:r>
          </a:p>
        </p:txBody>
      </p:sp>
      <p:sp>
        <p:nvSpPr>
          <p:cNvPr id="3" name="Text Placeholder 2">
            <a:extLst>
              <a:ext uri="{FF2B5EF4-FFF2-40B4-BE49-F238E27FC236}">
                <a16:creationId xmlns:a16="http://schemas.microsoft.com/office/drawing/2014/main" id="{3797B53D-6897-FB10-B4B4-55E663FD6108}"/>
              </a:ext>
            </a:extLst>
          </p:cNvPr>
          <p:cNvSpPr>
            <a:spLocks noGrp="1"/>
          </p:cNvSpPr>
          <p:nvPr>
            <p:ph type="body" idx="1"/>
          </p:nvPr>
        </p:nvSpPr>
        <p:spPr>
          <a:xfrm>
            <a:off x="457200" y="1447800"/>
            <a:ext cx="7518400" cy="4663440"/>
          </a:xfrm>
          <a:prstGeom prst="rect">
            <a:avLst/>
          </a:prstGeom>
        </p:spPr>
        <p:txBody>
          <a:bodyPr vert="horz" lIns="0" tIns="0" rIns="0" bIns="0" rtlCol="0">
            <a:noAutofit/>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a:p>
            <a:pPr lvl="5"/>
            <a:r>
              <a:rPr lang="en-US" dirty="0"/>
              <a:t>6th level text</a:t>
            </a:r>
          </a:p>
          <a:p>
            <a:pPr lvl="6"/>
            <a:r>
              <a:rPr lang="en-US" dirty="0"/>
              <a:t>7th level text</a:t>
            </a:r>
          </a:p>
          <a:p>
            <a:pPr lvl="7"/>
            <a:r>
              <a:rPr lang="en-US" dirty="0"/>
              <a:t>8th level text</a:t>
            </a:r>
          </a:p>
          <a:p>
            <a:pPr lvl="8"/>
            <a:r>
              <a:rPr lang="en-US" dirty="0"/>
              <a:t>9th level text</a:t>
            </a:r>
          </a:p>
        </p:txBody>
      </p:sp>
      <p:sp>
        <p:nvSpPr>
          <p:cNvPr id="6" name="Slide Number Placeholder 5">
            <a:extLst>
              <a:ext uri="{FF2B5EF4-FFF2-40B4-BE49-F238E27FC236}">
                <a16:creationId xmlns:a16="http://schemas.microsoft.com/office/drawing/2014/main" id="{F5A3681C-7AE6-4CE0-F456-C8E648A62642}"/>
              </a:ext>
            </a:extLst>
          </p:cNvPr>
          <p:cNvSpPr>
            <a:spLocks noGrp="1"/>
          </p:cNvSpPr>
          <p:nvPr>
            <p:ph type="sldNum" sz="quarter" idx="4"/>
          </p:nvPr>
        </p:nvSpPr>
        <p:spPr>
          <a:xfrm>
            <a:off x="457200" y="6400799"/>
            <a:ext cx="365760" cy="228600"/>
          </a:xfrm>
          <a:prstGeom prst="rect">
            <a:avLst/>
          </a:prstGeom>
        </p:spPr>
        <p:txBody>
          <a:bodyPr vert="horz" lIns="0" tIns="0" rIns="0" bIns="0" rtlCol="0" anchor="ctr"/>
          <a:lstStyle>
            <a:lvl1pPr algn="l">
              <a:defRPr sz="700" b="0">
                <a:solidFill>
                  <a:schemeClr val="tx1"/>
                </a:solidFill>
              </a:defRPr>
            </a:lvl1pPr>
          </a:lstStyle>
          <a:p>
            <a:fld id="{38826FC0-333C-E549-9FA3-0EE43DF298A3}" type="slidenum">
              <a:rPr lang="en-US" smtClean="0"/>
              <a:pPr/>
              <a:t>‹#›</a:t>
            </a:fld>
            <a:endParaRPr lang="en-US" dirty="0"/>
          </a:p>
        </p:txBody>
      </p:sp>
      <p:sp>
        <p:nvSpPr>
          <p:cNvPr id="8" name="Footer Placeholder 7">
            <a:extLst>
              <a:ext uri="{FF2B5EF4-FFF2-40B4-BE49-F238E27FC236}">
                <a16:creationId xmlns:a16="http://schemas.microsoft.com/office/drawing/2014/main" id="{677CCFE7-C984-DC56-6899-8A815F0548C0}"/>
              </a:ext>
              <a:ext uri="{C183D7F6-B498-43B3-948B-1728B52AA6E4}">
                <adec:decorative xmlns:adec="http://schemas.microsoft.com/office/drawing/2017/decorative" val="1"/>
              </a:ext>
            </a:extLst>
          </p:cNvPr>
          <p:cNvSpPr>
            <a:spLocks noGrp="1"/>
          </p:cNvSpPr>
          <p:nvPr>
            <p:ph type="ftr" sz="quarter" idx="3"/>
          </p:nvPr>
        </p:nvSpPr>
        <p:spPr>
          <a:xfrm>
            <a:off x="1005840" y="6400800"/>
            <a:ext cx="1371600" cy="228600"/>
          </a:xfrm>
          <a:prstGeom prst="rect">
            <a:avLst/>
          </a:prstGeom>
        </p:spPr>
        <p:txBody>
          <a:bodyPr vert="horz" lIns="0" tIns="0" rIns="0" bIns="0" rtlCol="0" anchor="ctr"/>
          <a:lstStyle>
            <a:lvl1pPr algn="l">
              <a:defRPr sz="700" b="0">
                <a:solidFill>
                  <a:schemeClr val="tx1"/>
                </a:solidFill>
              </a:defRPr>
            </a:lvl1pPr>
          </a:lstStyle>
          <a:p>
            <a:r>
              <a:rPr lang="en-US"/>
              <a:t>© 2025–2027 Cognizant | Private</a:t>
            </a:r>
            <a:endParaRPr lang="en-US" dirty="0"/>
          </a:p>
        </p:txBody>
      </p:sp>
      <p:sp>
        <p:nvSpPr>
          <p:cNvPr id="10" name="Date Placeholder 9">
            <a:extLst>
              <a:ext uri="{FF2B5EF4-FFF2-40B4-BE49-F238E27FC236}">
                <a16:creationId xmlns:a16="http://schemas.microsoft.com/office/drawing/2014/main" id="{42283347-4EBC-C7DD-65E3-791D4DBA61D0}"/>
              </a:ext>
            </a:extLst>
          </p:cNvPr>
          <p:cNvSpPr>
            <a:spLocks noGrp="1"/>
          </p:cNvSpPr>
          <p:nvPr>
            <p:ph type="dt" sz="half" idx="2"/>
          </p:nvPr>
        </p:nvSpPr>
        <p:spPr>
          <a:xfrm>
            <a:off x="2651760" y="6400800"/>
            <a:ext cx="1371600" cy="228600"/>
          </a:xfrm>
          <a:prstGeom prst="rect">
            <a:avLst/>
          </a:prstGeom>
        </p:spPr>
        <p:txBody>
          <a:bodyPr vert="horz" lIns="0" tIns="0" rIns="0" bIns="0" rtlCol="0" anchor="ctr"/>
          <a:lstStyle>
            <a:lvl1pPr algn="l">
              <a:defRPr sz="700" b="0">
                <a:solidFill>
                  <a:schemeClr val="tx1"/>
                </a:solidFill>
              </a:defRPr>
            </a:lvl1pPr>
          </a:lstStyle>
          <a:p>
            <a:fld id="{27AD22A3-AE78-4E0B-8A1E-6F5549BCCC30}" type="datetime1">
              <a:rPr lang="en-US" smtClean="0"/>
              <a:t>4/16/2026</a:t>
            </a:fld>
            <a:endParaRPr lang="en-US" dirty="0"/>
          </a:p>
        </p:txBody>
      </p:sp>
      <p:pic>
        <p:nvPicPr>
          <p:cNvPr id="4" name="Cognizant Logo_rgb_pos_2023">
            <a:extLst>
              <a:ext uri="{FF2B5EF4-FFF2-40B4-BE49-F238E27FC236}">
                <a16:creationId xmlns:a16="http://schemas.microsoft.com/office/drawing/2014/main" id="{322DD144-17A4-A3EC-5E8D-205928D3BDB2}"/>
              </a:ext>
              <a:ext uri="{C183D7F6-B498-43B3-948B-1728B52AA6E4}">
                <adec:decorative xmlns:adec="http://schemas.microsoft.com/office/drawing/2017/decorative" val="1"/>
              </a:ext>
            </a:extLst>
          </p:cNvPr>
          <p:cNvPicPr>
            <a:picLocks noChangeAspect="1"/>
          </p:cNvPicPr>
          <p:nvPr/>
        </p:nvPicPr>
        <p:blipFill>
          <a:blip r:embed="rId70">
            <a:extLst>
              <a:ext uri="{96DAC541-7B7A-43D3-8B79-37D633B846F1}">
                <asvg:svgBlip xmlns:asvg="http://schemas.microsoft.com/office/drawing/2016/SVG/main" r:embed="rId71"/>
              </a:ext>
            </a:extLst>
          </a:blip>
          <a:stretch>
            <a:fillRect/>
          </a:stretch>
        </p:blipFill>
        <p:spPr>
          <a:xfrm>
            <a:off x="10591729" y="6454070"/>
            <a:ext cx="1170432" cy="205449"/>
          </a:xfrm>
          <a:prstGeom prst="rect">
            <a:avLst/>
          </a:prstGeom>
        </p:spPr>
      </p:pic>
    </p:spTree>
    <p:extLst>
      <p:ext uri="{BB962C8B-B14F-4D97-AF65-F5344CB8AC3E}">
        <p14:creationId xmlns:p14="http://schemas.microsoft.com/office/powerpoint/2010/main" val="3692451791"/>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31" r:id="rId5"/>
    <p:sldLayoutId id="2147483932" r:id="rId6"/>
    <p:sldLayoutId id="2147483933" r:id="rId7"/>
    <p:sldLayoutId id="2147483934" r:id="rId8"/>
    <p:sldLayoutId id="2147483935" r:id="rId9"/>
    <p:sldLayoutId id="2147483936" r:id="rId10"/>
    <p:sldLayoutId id="2147483992" r:id="rId11"/>
    <p:sldLayoutId id="2147483993" r:id="rId12"/>
    <p:sldLayoutId id="2147483994" r:id="rId13"/>
    <p:sldLayoutId id="2147484006" r:id="rId14"/>
    <p:sldLayoutId id="2147484007" r:id="rId15"/>
    <p:sldLayoutId id="2147484008" r:id="rId16"/>
    <p:sldLayoutId id="2147483998" r:id="rId17"/>
    <p:sldLayoutId id="2147483999" r:id="rId18"/>
    <p:sldLayoutId id="2147484000" r:id="rId19"/>
    <p:sldLayoutId id="2147484001" r:id="rId20"/>
    <p:sldLayoutId id="2147484002" r:id="rId21"/>
    <p:sldLayoutId id="2147484003" r:id="rId22"/>
    <p:sldLayoutId id="2147483937" r:id="rId23"/>
    <p:sldLayoutId id="2147483938" r:id="rId24"/>
    <p:sldLayoutId id="2147483939" r:id="rId25"/>
    <p:sldLayoutId id="2147483940" r:id="rId26"/>
    <p:sldLayoutId id="2147483941" r:id="rId27"/>
    <p:sldLayoutId id="2147483942" r:id="rId28"/>
    <p:sldLayoutId id="2147483943" r:id="rId29"/>
    <p:sldLayoutId id="2147483944" r:id="rId30"/>
    <p:sldLayoutId id="2147483945" r:id="rId31"/>
    <p:sldLayoutId id="2147483946" r:id="rId32"/>
    <p:sldLayoutId id="2147483947" r:id="rId33"/>
    <p:sldLayoutId id="2147483948" r:id="rId34"/>
    <p:sldLayoutId id="2147483977" r:id="rId35"/>
    <p:sldLayoutId id="2147483978" r:id="rId36"/>
    <p:sldLayoutId id="2147483949" r:id="rId37"/>
    <p:sldLayoutId id="2147483950" r:id="rId38"/>
    <p:sldLayoutId id="2147483951" r:id="rId39"/>
    <p:sldLayoutId id="2147483952" r:id="rId40"/>
    <p:sldLayoutId id="2147483953" r:id="rId41"/>
    <p:sldLayoutId id="2147483954" r:id="rId42"/>
    <p:sldLayoutId id="2147483955" r:id="rId43"/>
    <p:sldLayoutId id="2147483956" r:id="rId44"/>
    <p:sldLayoutId id="2147483957" r:id="rId45"/>
    <p:sldLayoutId id="2147483958" r:id="rId46"/>
    <p:sldLayoutId id="2147483959" r:id="rId47"/>
    <p:sldLayoutId id="2147483960" r:id="rId48"/>
    <p:sldLayoutId id="2147483961" r:id="rId49"/>
    <p:sldLayoutId id="2147483962" r:id="rId50"/>
    <p:sldLayoutId id="2147483963" r:id="rId51"/>
    <p:sldLayoutId id="2147483964" r:id="rId52"/>
    <p:sldLayoutId id="2147483965" r:id="rId53"/>
    <p:sldLayoutId id="2147483966" r:id="rId54"/>
    <p:sldLayoutId id="2147483967" r:id="rId55"/>
    <p:sldLayoutId id="2147484004" r:id="rId56"/>
    <p:sldLayoutId id="2147484005" r:id="rId57"/>
    <p:sldLayoutId id="2147483973" r:id="rId58"/>
    <p:sldLayoutId id="2147483974" r:id="rId59"/>
    <p:sldLayoutId id="2147483975" r:id="rId60"/>
    <p:sldLayoutId id="2147483976" r:id="rId61"/>
    <p:sldLayoutId id="2147483979" r:id="rId62"/>
    <p:sldLayoutId id="2147483987" r:id="rId63"/>
    <p:sldLayoutId id="2147483988" r:id="rId64"/>
    <p:sldLayoutId id="2147483989" r:id="rId65"/>
    <p:sldLayoutId id="2147483990" r:id="rId66"/>
    <p:sldLayoutId id="2147483991" r:id="rId67"/>
    <p:sldLayoutId id="2147483968" r:id="rId68"/>
  </p:sldLayoutIdLst>
  <p:hf hdr="0" dt="0"/>
  <p:txStyles>
    <p:title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p:titleStyle>
    <p:body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100" kern="1100">
          <a:solidFill>
            <a:schemeClr val="tx1"/>
          </a:solidFill>
          <a:latin typeface="+mn-lt"/>
          <a:ea typeface="+mn-ea"/>
          <a:cs typeface="+mn-cs"/>
        </a:defRPr>
      </a:lvl1pPr>
      <a:lvl2pPr marL="457200" algn="l" defTabSz="914400" rtl="0" eaLnBrk="1" latinLnBrk="0" hangingPunct="1">
        <a:defRPr sz="1100" kern="1100">
          <a:solidFill>
            <a:schemeClr val="tx1"/>
          </a:solidFill>
          <a:latin typeface="+mn-lt"/>
          <a:ea typeface="+mn-ea"/>
          <a:cs typeface="+mn-cs"/>
        </a:defRPr>
      </a:lvl2pPr>
      <a:lvl3pPr marL="914400" algn="l" defTabSz="914400" rtl="0" eaLnBrk="1" latinLnBrk="0" hangingPunct="1">
        <a:defRPr sz="1100" kern="1100">
          <a:solidFill>
            <a:schemeClr val="tx1"/>
          </a:solidFill>
          <a:latin typeface="+mn-lt"/>
          <a:ea typeface="+mn-ea"/>
          <a:cs typeface="+mn-cs"/>
        </a:defRPr>
      </a:lvl3pPr>
      <a:lvl4pPr marL="1371600" algn="l" defTabSz="914400" rtl="0" eaLnBrk="1" latinLnBrk="0" hangingPunct="1">
        <a:defRPr sz="1100" kern="1100">
          <a:solidFill>
            <a:schemeClr val="tx1"/>
          </a:solidFill>
          <a:latin typeface="+mn-lt"/>
          <a:ea typeface="+mn-ea"/>
          <a:cs typeface="+mn-cs"/>
        </a:defRPr>
      </a:lvl4pPr>
      <a:lvl5pPr marL="1828800" algn="l" defTabSz="914400" rtl="0" eaLnBrk="1" latinLnBrk="0" hangingPunct="1">
        <a:defRPr sz="1100" kern="1100">
          <a:solidFill>
            <a:schemeClr val="tx1"/>
          </a:solidFill>
          <a:latin typeface="+mn-lt"/>
          <a:ea typeface="+mn-ea"/>
          <a:cs typeface="+mn-cs"/>
        </a:defRPr>
      </a:lvl5pPr>
      <a:lvl6pPr marL="2286000" algn="l" defTabSz="914400" rtl="0" eaLnBrk="1" latinLnBrk="0" hangingPunct="1">
        <a:defRPr sz="1100" kern="1100">
          <a:solidFill>
            <a:schemeClr val="tx1"/>
          </a:solidFill>
          <a:latin typeface="+mn-lt"/>
          <a:ea typeface="+mn-ea"/>
          <a:cs typeface="+mn-cs"/>
        </a:defRPr>
      </a:lvl6pPr>
      <a:lvl7pPr marL="2743200" algn="l" defTabSz="914400" rtl="0" eaLnBrk="1" latinLnBrk="0" hangingPunct="1">
        <a:defRPr sz="1100" kern="1100">
          <a:solidFill>
            <a:schemeClr val="tx1"/>
          </a:solidFill>
          <a:latin typeface="+mn-lt"/>
          <a:ea typeface="+mn-ea"/>
          <a:cs typeface="+mn-cs"/>
        </a:defRPr>
      </a:lvl7pPr>
      <a:lvl8pPr marL="3200400" algn="l" defTabSz="914400" rtl="0" eaLnBrk="1" latinLnBrk="0" hangingPunct="1">
        <a:defRPr sz="1100" kern="1100">
          <a:solidFill>
            <a:schemeClr val="tx1"/>
          </a:solidFill>
          <a:latin typeface="+mn-lt"/>
          <a:ea typeface="+mn-ea"/>
          <a:cs typeface="+mn-cs"/>
        </a:defRPr>
      </a:lvl8pPr>
      <a:lvl9pPr marL="3657600" algn="l" defTabSz="914400" rtl="0" eaLnBrk="1" latinLnBrk="0" hangingPunct="1">
        <a:defRPr sz="1100" kern="1100">
          <a:solidFill>
            <a:schemeClr val="tx1"/>
          </a:solidFill>
          <a:latin typeface="+mn-lt"/>
          <a:ea typeface="+mn-ea"/>
          <a:cs typeface="+mn-cs"/>
        </a:defRPr>
      </a:lvl9pPr>
    </p:otherStyle>
  </p:txStyles>
  <p:extLst>
    <p:ext uri="{27BBF7A9-308A-43DC-89C8-2F10F3537804}">
      <p15:sldGuideLst xmlns:p15="http://schemas.microsoft.com/office/powerpoint/2012/main">
        <p15:guide id="19">
          <p15:clr>
            <a:srgbClr val="F26B43"/>
          </p15:clr>
        </p15:guide>
        <p15:guide id="20" pos="7680">
          <p15:clr>
            <a:srgbClr val="F26B43"/>
          </p15:clr>
        </p15:guide>
        <p15:guide id="21" pos="288">
          <p15:clr>
            <a:srgbClr val="F26B43"/>
          </p15:clr>
        </p15:guide>
        <p15:guide id="22" pos="1472">
          <p15:clr>
            <a:srgbClr val="F26B43"/>
          </p15:clr>
        </p15:guide>
        <p15:guide id="23" pos="2656">
          <p15:clr>
            <a:srgbClr val="F26B43"/>
          </p15:clr>
        </p15:guide>
        <p15:guide id="24" pos="3840">
          <p15:clr>
            <a:srgbClr val="F26B43"/>
          </p15:clr>
        </p15:guide>
        <p15:guide id="25" pos="5024">
          <p15:clr>
            <a:srgbClr val="F26B43"/>
          </p15:clr>
        </p15:guide>
        <p15:guide id="26" pos="6208">
          <p15:clr>
            <a:srgbClr val="F26B43"/>
          </p15:clr>
        </p15:guide>
        <p15:guide id="27" pos="7392">
          <p15:clr>
            <a:srgbClr val="F26B43"/>
          </p15:clr>
        </p15:guide>
        <p15:guide id="28" orient="horz">
          <p15:clr>
            <a:srgbClr val="F26B43"/>
          </p15:clr>
        </p15:guide>
        <p15:guide id="29" orient="horz" pos="4320">
          <p15:clr>
            <a:srgbClr val="F26B43"/>
          </p15:clr>
        </p15:guide>
        <p15:guide id="30" orient="horz" pos="288">
          <p15:clr>
            <a:srgbClr val="F26B43"/>
          </p15:clr>
        </p15:guide>
        <p15:guide id="31" orient="horz" pos="912">
          <p15:clr>
            <a:srgbClr val="F26B43"/>
          </p15:clr>
        </p15:guide>
        <p15:guide id="32" orient="horz" pos="1536">
          <p15:clr>
            <a:srgbClr val="F26B43"/>
          </p15:clr>
        </p15:guide>
        <p15:guide id="33" orient="horz" pos="2160">
          <p15:clr>
            <a:srgbClr val="F26B43"/>
          </p15:clr>
        </p15:guide>
        <p15:guide id="34" orient="horz" pos="2784">
          <p15:clr>
            <a:srgbClr val="F26B43"/>
          </p15:clr>
        </p15:guide>
        <p15:guide id="35" orient="horz" pos="3408">
          <p15:clr>
            <a:srgbClr val="F26B43"/>
          </p15:clr>
        </p15:guide>
        <p15:guide id="36" orient="horz" pos="403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8C75C-71ED-FF20-51BE-E2A5F6EC62F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9D9EB17-9965-3523-3F99-EF5E53642703}"/>
              </a:ext>
            </a:extLst>
          </p:cNvPr>
          <p:cNvSpPr>
            <a:spLocks noGrp="1"/>
          </p:cNvSpPr>
          <p:nvPr>
            <p:ph type="ctrTitle"/>
          </p:nvPr>
        </p:nvSpPr>
        <p:spPr>
          <a:xfrm>
            <a:off x="1005838" y="2936367"/>
            <a:ext cx="6230533" cy="997196"/>
          </a:xfrm>
        </p:spPr>
        <p:txBody>
          <a:bodyPr/>
          <a:lstStyle/>
          <a:p>
            <a:r>
              <a:rPr lang="en-US" dirty="0"/>
              <a:t>U2A Use Case Presentation 2026</a:t>
            </a:r>
          </a:p>
        </p:txBody>
      </p:sp>
      <p:sp>
        <p:nvSpPr>
          <p:cNvPr id="6" name="Subtitle 5">
            <a:extLst>
              <a:ext uri="{FF2B5EF4-FFF2-40B4-BE49-F238E27FC236}">
                <a16:creationId xmlns:a16="http://schemas.microsoft.com/office/drawing/2014/main" id="{88FEBB95-7384-788A-FB4C-0A6B87FC5084}"/>
              </a:ext>
            </a:extLst>
          </p:cNvPr>
          <p:cNvSpPr>
            <a:spLocks noGrp="1"/>
          </p:cNvSpPr>
          <p:nvPr>
            <p:ph type="subTitle" idx="1"/>
          </p:nvPr>
        </p:nvSpPr>
        <p:spPr/>
        <p:txBody>
          <a:bodyPr/>
          <a:lstStyle/>
          <a:p>
            <a:r>
              <a:rPr lang="en-US" dirty="0"/>
              <a:t>&lt;Use Case Name&gt;</a:t>
            </a:r>
          </a:p>
        </p:txBody>
      </p:sp>
      <p:sp>
        <p:nvSpPr>
          <p:cNvPr id="2" name="Slide Number Placeholder 1">
            <a:extLst>
              <a:ext uri="{FF2B5EF4-FFF2-40B4-BE49-F238E27FC236}">
                <a16:creationId xmlns:a16="http://schemas.microsoft.com/office/drawing/2014/main" id="{B50EFE23-3685-4631-7E52-9B16716BE8D2}"/>
              </a:ext>
            </a:extLst>
          </p:cNvPr>
          <p:cNvSpPr>
            <a:spLocks noGrp="1"/>
          </p:cNvSpPr>
          <p:nvPr>
            <p:ph type="sldNum" sz="quarter" idx="16"/>
          </p:nvPr>
        </p:nvSpPr>
        <p:spPr/>
        <p:txBody>
          <a:bodyPr/>
          <a:lstStyle/>
          <a:p>
            <a:fld id="{38826FC0-333C-E549-9FA3-0EE43DF298A3}" type="slidenum">
              <a:rPr lang="en-US" smtClean="0"/>
              <a:pPr/>
              <a:t>1</a:t>
            </a:fld>
            <a:endParaRPr lang="en-US" dirty="0"/>
          </a:p>
        </p:txBody>
      </p:sp>
      <p:sp>
        <p:nvSpPr>
          <p:cNvPr id="3" name="Footer Placeholder 2">
            <a:extLst>
              <a:ext uri="{FF2B5EF4-FFF2-40B4-BE49-F238E27FC236}">
                <a16:creationId xmlns:a16="http://schemas.microsoft.com/office/drawing/2014/main" id="{3DB8F2B5-5F1B-4FC5-A9C3-7494EA97D64D}"/>
              </a:ext>
            </a:extLst>
          </p:cNvPr>
          <p:cNvSpPr>
            <a:spLocks noGrp="1"/>
          </p:cNvSpPr>
          <p:nvPr>
            <p:ph type="ftr" sz="quarter" idx="15"/>
          </p:nvPr>
        </p:nvSpPr>
        <p:spPr/>
        <p:txBody>
          <a:bodyPr/>
          <a:lstStyle/>
          <a:p>
            <a:r>
              <a:rPr lang="en-US"/>
              <a:t>© 2025–2027 Cognizant | Private</a:t>
            </a:r>
            <a:endParaRPr lang="en-US" dirty="0"/>
          </a:p>
        </p:txBody>
      </p:sp>
      <p:sp>
        <p:nvSpPr>
          <p:cNvPr id="9" name="Subtitle 5">
            <a:extLst>
              <a:ext uri="{FF2B5EF4-FFF2-40B4-BE49-F238E27FC236}">
                <a16:creationId xmlns:a16="http://schemas.microsoft.com/office/drawing/2014/main" id="{AD1FF366-0484-182B-D36C-E41FB01226CA}"/>
              </a:ext>
            </a:extLst>
          </p:cNvPr>
          <p:cNvSpPr txBox="1">
            <a:spLocks/>
          </p:cNvSpPr>
          <p:nvPr/>
        </p:nvSpPr>
        <p:spPr bwMode="white">
          <a:xfrm>
            <a:off x="822960" y="5713743"/>
            <a:ext cx="4023360" cy="332399"/>
          </a:xfrm>
          <a:prstGeom prst="rect">
            <a:avLst/>
          </a:prstGeom>
        </p:spPr>
        <p:txBody>
          <a:bodyPr vert="horz" lIns="0" tIns="0" rIns="0" bIns="0" rtlCol="0">
            <a:spAutoFit/>
          </a:bodyPr>
          <a:lstStyle>
            <a:lvl1pPr marL="0" indent="0" algn="l" defTabSz="914400" rtl="0" eaLnBrk="1" latinLnBrk="0" hangingPunct="1">
              <a:lnSpc>
                <a:spcPct val="90000"/>
              </a:lnSpc>
              <a:spcBef>
                <a:spcPts val="600"/>
              </a:spcBef>
              <a:spcAft>
                <a:spcPts val="0"/>
              </a:spcAft>
              <a:buClr>
                <a:schemeClr val="tx1"/>
              </a:buClr>
              <a:buFont typeface="Arial" panose="020B0604020202020204" pitchFamily="34" charset="0"/>
              <a:buNone/>
              <a:tabLst/>
              <a:defRPr sz="2400" b="0" kern="1200">
                <a:solidFill>
                  <a:schemeClr val="accent3"/>
                </a:solidFill>
                <a:latin typeface="+mn-lt"/>
                <a:ea typeface="+mn-ea"/>
                <a:cs typeface="+mn-cs"/>
              </a:defRPr>
            </a:lvl1pPr>
            <a:lvl2pPr marL="457200" indent="0" algn="ctr" defTabSz="914400" rtl="0" eaLnBrk="1" latinLnBrk="0" hangingPunct="1">
              <a:lnSpc>
                <a:spcPct val="110000"/>
              </a:lnSpc>
              <a:spcBef>
                <a:spcPts val="600"/>
              </a:spcBef>
              <a:spcAft>
                <a:spcPts val="0"/>
              </a:spcAft>
              <a:buClr>
                <a:schemeClr val="tx1"/>
              </a:buClr>
              <a:buFont typeface="Arial" panose="020B0604020202020204" pitchFamily="34" charset="0"/>
              <a:buNone/>
              <a:tabLst/>
              <a:defRPr sz="2000" b="0" kern="1200" baseline="0">
                <a:solidFill>
                  <a:schemeClr val="tx1"/>
                </a:solidFill>
                <a:latin typeface="+mn-lt"/>
                <a:ea typeface="+mn-ea"/>
                <a:cs typeface="+mn-cs"/>
              </a:defRPr>
            </a:lvl2pPr>
            <a:lvl3pPr marL="914400" indent="0" algn="ctr" defTabSz="914400" rtl="0" eaLnBrk="1" latinLnBrk="0" hangingPunct="1">
              <a:lnSpc>
                <a:spcPct val="110000"/>
              </a:lnSpc>
              <a:spcBef>
                <a:spcPts val="600"/>
              </a:spcBef>
              <a:spcAft>
                <a:spcPts val="0"/>
              </a:spcAft>
              <a:buClr>
                <a:schemeClr val="tx1"/>
              </a:buClr>
              <a:buFont typeface="Arial" panose="020B0604020202020204" pitchFamily="34" charset="0"/>
              <a:buNone/>
              <a:tabLst/>
              <a:defRPr sz="1800" b="0" kern="1200">
                <a:solidFill>
                  <a:schemeClr val="tx1"/>
                </a:solidFill>
                <a:latin typeface="+mn-lt"/>
                <a:ea typeface="+mn-ea"/>
                <a:cs typeface="+mn-cs"/>
              </a:defRPr>
            </a:lvl3pPr>
            <a:lvl4pPr marL="1371600" indent="0" algn="ctr" defTabSz="914400" rtl="0" eaLnBrk="1" latinLnBrk="0" hangingPunct="1">
              <a:lnSpc>
                <a:spcPct val="110000"/>
              </a:lnSpc>
              <a:spcBef>
                <a:spcPts val="600"/>
              </a:spcBef>
              <a:spcAft>
                <a:spcPts val="0"/>
              </a:spcAft>
              <a:buClr>
                <a:schemeClr val="tx1"/>
              </a:buClr>
              <a:buFont typeface="Arial" panose="020B0604020202020204" pitchFamily="34" charset="0"/>
              <a:buNone/>
              <a:tabLst/>
              <a:defRPr sz="1600" b="0" kern="1200">
                <a:solidFill>
                  <a:schemeClr val="tx1"/>
                </a:solidFill>
                <a:latin typeface="+mn-lt"/>
                <a:ea typeface="+mn-ea"/>
                <a:cs typeface="+mn-cs"/>
              </a:defRPr>
            </a:lvl4pPr>
            <a:lvl5pPr marL="1828800" indent="0" algn="ctr" defTabSz="914400" rtl="0" eaLnBrk="1" latinLnBrk="0" hangingPunct="1">
              <a:lnSpc>
                <a:spcPct val="110000"/>
              </a:lnSpc>
              <a:spcBef>
                <a:spcPts val="600"/>
              </a:spcBef>
              <a:spcAft>
                <a:spcPts val="0"/>
              </a:spcAft>
              <a:buClr>
                <a:schemeClr val="tx1"/>
              </a:buClr>
              <a:buFont typeface="Arial" panose="020B0604020202020204" pitchFamily="34" charset="0"/>
              <a:buNone/>
              <a:tabLst/>
              <a:defRPr sz="1600" b="0" kern="1200">
                <a:solidFill>
                  <a:schemeClr val="tx1"/>
                </a:solidFill>
                <a:latin typeface="+mn-lt"/>
                <a:ea typeface="+mn-ea"/>
                <a:cs typeface="+mn-cs"/>
              </a:defRPr>
            </a:lvl5pPr>
            <a:lvl6pPr marL="2286000" indent="0" algn="ctr" defTabSz="914400" rtl="0" eaLnBrk="1" latinLnBrk="0" hangingPunct="1">
              <a:lnSpc>
                <a:spcPct val="110000"/>
              </a:lnSpc>
              <a:spcBef>
                <a:spcPts val="6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110000"/>
              </a:lnSpc>
              <a:spcBef>
                <a:spcPts val="6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110000"/>
              </a:lnSpc>
              <a:spcBef>
                <a:spcPts val="6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110000"/>
              </a:lnSpc>
              <a:spcBef>
                <a:spcPts val="600"/>
              </a:spcBef>
              <a:buFont typeface="Arial" panose="020B0604020202020204" pitchFamily="34" charset="0"/>
              <a:buNone/>
              <a:defRPr sz="1600" kern="1200">
                <a:solidFill>
                  <a:schemeClr val="tx1"/>
                </a:solidFill>
                <a:latin typeface="+mn-lt"/>
                <a:ea typeface="+mn-ea"/>
                <a:cs typeface="+mn-cs"/>
              </a:defRPr>
            </a:lvl9pPr>
          </a:lstStyle>
          <a:p>
            <a:r>
              <a:rPr lang="en-US" dirty="0"/>
              <a:t>&lt;Associate ID - Name&gt;</a:t>
            </a:r>
          </a:p>
        </p:txBody>
      </p:sp>
    </p:spTree>
    <p:extLst>
      <p:ext uri="{BB962C8B-B14F-4D97-AF65-F5344CB8AC3E}">
        <p14:creationId xmlns:p14="http://schemas.microsoft.com/office/powerpoint/2010/main" val="27135348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7AA00-E314-C467-9DC0-3F4B208C2C8D}"/>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320DA4E4-FB3A-9A75-07A8-8E3636076ABC}"/>
              </a:ext>
            </a:extLst>
          </p:cNvPr>
          <p:cNvSpPr>
            <a:spLocks noGrp="1"/>
          </p:cNvSpPr>
          <p:nvPr>
            <p:ph type="sldNum" sz="quarter" idx="12"/>
          </p:nvPr>
        </p:nvSpPr>
        <p:spPr/>
        <p:txBody>
          <a:bodyPr/>
          <a:lstStyle/>
          <a:p>
            <a:fld id="{38826FC0-333C-E549-9FA3-0EE43DF298A3}" type="slidenum">
              <a:rPr lang="en-US" smtClean="0"/>
              <a:pPr/>
              <a:t>2</a:t>
            </a:fld>
            <a:endParaRPr lang="en-US"/>
          </a:p>
        </p:txBody>
      </p:sp>
      <p:sp>
        <p:nvSpPr>
          <p:cNvPr id="4" name="Footer Placeholder 3">
            <a:extLst>
              <a:ext uri="{FF2B5EF4-FFF2-40B4-BE49-F238E27FC236}">
                <a16:creationId xmlns:a16="http://schemas.microsoft.com/office/drawing/2014/main" id="{A84C2A7E-3F72-1E1B-CE4A-4B5E01968A16}"/>
              </a:ext>
            </a:extLst>
          </p:cNvPr>
          <p:cNvSpPr>
            <a:spLocks noGrp="1"/>
          </p:cNvSpPr>
          <p:nvPr>
            <p:ph type="ftr" sz="quarter" idx="11"/>
          </p:nvPr>
        </p:nvSpPr>
        <p:spPr>
          <a:xfrm>
            <a:off x="1005839" y="6400800"/>
            <a:ext cx="1770311" cy="228600"/>
          </a:xfrm>
        </p:spPr>
        <p:txBody>
          <a:bodyPr/>
          <a:lstStyle/>
          <a:p>
            <a:r>
              <a:rPr lang="en-US" dirty="0"/>
              <a:t>© 2025–2027 Cognizant | Private</a:t>
            </a:r>
          </a:p>
        </p:txBody>
      </p:sp>
      <p:sp>
        <p:nvSpPr>
          <p:cNvPr id="2" name="Title 1">
            <a:extLst>
              <a:ext uri="{FF2B5EF4-FFF2-40B4-BE49-F238E27FC236}">
                <a16:creationId xmlns:a16="http://schemas.microsoft.com/office/drawing/2014/main" id="{2E98CD8F-0338-1E1B-4E29-B94B74E329F5}"/>
              </a:ext>
            </a:extLst>
          </p:cNvPr>
          <p:cNvSpPr>
            <a:spLocks noGrp="1"/>
          </p:cNvSpPr>
          <p:nvPr>
            <p:ph type="title"/>
          </p:nvPr>
        </p:nvSpPr>
        <p:spPr/>
        <p:txBody>
          <a:bodyPr/>
          <a:lstStyle/>
          <a:p>
            <a:r>
              <a:rPr lang="en-US" dirty="0"/>
              <a:t>Agenda</a:t>
            </a:r>
          </a:p>
        </p:txBody>
      </p:sp>
      <p:sp>
        <p:nvSpPr>
          <p:cNvPr id="5" name="TextBox 4">
            <a:extLst>
              <a:ext uri="{FF2B5EF4-FFF2-40B4-BE49-F238E27FC236}">
                <a16:creationId xmlns:a16="http://schemas.microsoft.com/office/drawing/2014/main" id="{D8FBA86F-8FE5-8DDD-8977-673949EFB05A}"/>
              </a:ext>
            </a:extLst>
          </p:cNvPr>
          <p:cNvSpPr txBox="1"/>
          <p:nvPr/>
        </p:nvSpPr>
        <p:spPr>
          <a:xfrm>
            <a:off x="655845" y="957755"/>
            <a:ext cx="8828689" cy="4942490"/>
          </a:xfrm>
          <a:prstGeom prst="rect">
            <a:avLst/>
          </a:prstGeom>
          <a:noFill/>
        </p:spPr>
        <p:txBody>
          <a:bodyPr wrap="square" lIns="0" tIns="0" rIns="0" bIns="0" rtlCol="0">
            <a:noAutofit/>
          </a:bodyPr>
          <a:lstStyle/>
          <a:p>
            <a:pPr marL="285750" indent="-285750" algn="l">
              <a:lnSpc>
                <a:spcPct val="110000"/>
              </a:lnSpc>
              <a:spcBef>
                <a:spcPts val="600"/>
              </a:spcBef>
              <a:spcAft>
                <a:spcPts val="0"/>
              </a:spcAft>
              <a:buFont typeface="Arial" panose="020B0604020202020204" pitchFamily="34" charset="0"/>
              <a:buChar char="•"/>
            </a:pPr>
            <a:r>
              <a:rPr lang="en-US" sz="2000" dirty="0"/>
              <a:t>Use Case Details</a:t>
            </a:r>
          </a:p>
          <a:p>
            <a:pPr marL="285750" indent="-285750" algn="l">
              <a:lnSpc>
                <a:spcPct val="110000"/>
              </a:lnSpc>
              <a:spcBef>
                <a:spcPts val="600"/>
              </a:spcBef>
              <a:spcAft>
                <a:spcPts val="0"/>
              </a:spcAft>
              <a:buFont typeface="Arial" panose="020B0604020202020204" pitchFamily="34" charset="0"/>
              <a:buChar char="•"/>
            </a:pPr>
            <a:r>
              <a:rPr lang="en-US" sz="2000" dirty="0"/>
              <a:t>Scope definition</a:t>
            </a:r>
          </a:p>
          <a:p>
            <a:pPr marL="285750" indent="-285750" algn="l">
              <a:lnSpc>
                <a:spcPct val="110000"/>
              </a:lnSpc>
              <a:spcBef>
                <a:spcPts val="600"/>
              </a:spcBef>
              <a:spcAft>
                <a:spcPts val="0"/>
              </a:spcAft>
              <a:buFont typeface="Arial" panose="020B0604020202020204" pitchFamily="34" charset="0"/>
              <a:buChar char="•"/>
            </a:pPr>
            <a:r>
              <a:rPr lang="en-US" sz="2000" dirty="0"/>
              <a:t>Assumptions</a:t>
            </a:r>
          </a:p>
          <a:p>
            <a:pPr marL="285750" indent="-285750">
              <a:lnSpc>
                <a:spcPct val="110000"/>
              </a:lnSpc>
              <a:spcBef>
                <a:spcPts val="600"/>
              </a:spcBef>
              <a:buFont typeface="Arial" panose="020B0604020202020204" pitchFamily="34" charset="0"/>
              <a:buChar char="•"/>
            </a:pPr>
            <a:r>
              <a:rPr lang="en-US" sz="2000" dirty="0"/>
              <a:t>Business Requirements</a:t>
            </a:r>
          </a:p>
          <a:p>
            <a:pPr marL="285750" indent="-285750">
              <a:lnSpc>
                <a:spcPct val="110000"/>
              </a:lnSpc>
              <a:spcBef>
                <a:spcPts val="600"/>
              </a:spcBef>
              <a:buFont typeface="Arial" panose="020B0604020202020204" pitchFamily="34" charset="0"/>
              <a:buChar char="•"/>
            </a:pPr>
            <a:r>
              <a:rPr lang="en-US" sz="2000" dirty="0"/>
              <a:t>NFRs</a:t>
            </a:r>
          </a:p>
          <a:p>
            <a:pPr marL="285750" indent="-285750">
              <a:lnSpc>
                <a:spcPct val="110000"/>
              </a:lnSpc>
              <a:spcBef>
                <a:spcPts val="600"/>
              </a:spcBef>
              <a:buFont typeface="Arial" panose="020B0604020202020204" pitchFamily="34" charset="0"/>
              <a:buChar char="•"/>
            </a:pPr>
            <a:r>
              <a:rPr lang="en-US" sz="2000" dirty="0"/>
              <a:t>Architecture Diagrams</a:t>
            </a:r>
          </a:p>
          <a:p>
            <a:pPr marL="285750" indent="-285750">
              <a:lnSpc>
                <a:spcPct val="110000"/>
              </a:lnSpc>
              <a:spcBef>
                <a:spcPts val="600"/>
              </a:spcBef>
              <a:buFont typeface="Arial" panose="020B0604020202020204" pitchFamily="34" charset="0"/>
              <a:buChar char="•"/>
            </a:pPr>
            <a:r>
              <a:rPr lang="en-US" sz="2000" dirty="0"/>
              <a:t>Tech Stack</a:t>
            </a:r>
          </a:p>
          <a:p>
            <a:pPr marL="285750" indent="-285750">
              <a:lnSpc>
                <a:spcPct val="110000"/>
              </a:lnSpc>
              <a:spcBef>
                <a:spcPts val="600"/>
              </a:spcBef>
              <a:buFont typeface="Arial" panose="020B0604020202020204" pitchFamily="34" charset="0"/>
              <a:buChar char="•"/>
            </a:pPr>
            <a:r>
              <a:rPr lang="en-US" sz="2000" dirty="0"/>
              <a:t>AI usage and Metrics</a:t>
            </a:r>
          </a:p>
          <a:p>
            <a:pPr marL="285750" indent="-285750">
              <a:lnSpc>
                <a:spcPct val="110000"/>
              </a:lnSpc>
              <a:spcBef>
                <a:spcPts val="600"/>
              </a:spcBef>
              <a:buFont typeface="Arial" panose="020B0604020202020204" pitchFamily="34" charset="0"/>
              <a:buChar char="•"/>
            </a:pPr>
            <a:r>
              <a:rPr lang="en-US" sz="2000" dirty="0"/>
              <a:t>Advantages</a:t>
            </a:r>
          </a:p>
          <a:p>
            <a:pPr marL="285750" indent="-285750">
              <a:lnSpc>
                <a:spcPct val="110000"/>
              </a:lnSpc>
              <a:spcBef>
                <a:spcPts val="600"/>
              </a:spcBef>
              <a:buFont typeface="Arial" panose="020B0604020202020204" pitchFamily="34" charset="0"/>
              <a:buChar char="•"/>
            </a:pPr>
            <a:r>
              <a:rPr lang="en-US" sz="2000" dirty="0"/>
              <a:t>Estimations and Implementation Plan</a:t>
            </a:r>
          </a:p>
          <a:p>
            <a:pPr marL="285750" indent="-285750">
              <a:lnSpc>
                <a:spcPct val="110000"/>
              </a:lnSpc>
              <a:spcBef>
                <a:spcPts val="600"/>
              </a:spcBef>
              <a:buFont typeface="Arial" panose="020B0604020202020204" pitchFamily="34" charset="0"/>
              <a:buChar char="•"/>
            </a:pPr>
            <a:r>
              <a:rPr lang="en-US" sz="2000" dirty="0"/>
              <a:t>Risks and Mitigations </a:t>
            </a:r>
          </a:p>
          <a:p>
            <a:pPr marL="285750" indent="-285750">
              <a:lnSpc>
                <a:spcPct val="110000"/>
              </a:lnSpc>
              <a:spcBef>
                <a:spcPts val="600"/>
              </a:spcBef>
              <a:buFont typeface="Arial" panose="020B0604020202020204" pitchFamily="34" charset="0"/>
              <a:buChar char="•"/>
            </a:pPr>
            <a:r>
              <a:rPr lang="en-US" sz="2000" dirty="0"/>
              <a:t>Link to LLD and HLD</a:t>
            </a:r>
          </a:p>
          <a:p>
            <a:pPr marL="285750" indent="-285750">
              <a:lnSpc>
                <a:spcPct val="110000"/>
              </a:lnSpc>
              <a:spcBef>
                <a:spcPts val="600"/>
              </a:spcBef>
              <a:buFont typeface="Arial" panose="020B0604020202020204" pitchFamily="34" charset="0"/>
              <a:buChar char="•"/>
            </a:pPr>
            <a:r>
              <a:rPr lang="en-US" sz="2000" dirty="0"/>
              <a:t>Case Studies</a:t>
            </a:r>
            <a:endParaRPr lang="en-IN" sz="2000" dirty="0" err="1"/>
          </a:p>
        </p:txBody>
      </p:sp>
    </p:spTree>
    <p:extLst>
      <p:ext uri="{BB962C8B-B14F-4D97-AF65-F5344CB8AC3E}">
        <p14:creationId xmlns:p14="http://schemas.microsoft.com/office/powerpoint/2010/main" val="232567339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Cognizant_2024">
  <a:themeElements>
    <a:clrScheme name="Cognizant v2">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lnSpc>
            <a:spcPct val="110000"/>
          </a:lnSpc>
          <a:spcBef>
            <a:spcPts val="600"/>
          </a:spcBef>
          <a:spcAft>
            <a:spcPts val="0"/>
          </a:spcAft>
          <a:defRPr dirty="0" err="1" smtClean="0"/>
        </a:defPPr>
      </a:lstStyle>
    </a:tx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Presentation5" id="{F5F4F051-22F0-4442-9496-654FF8745D7A}" vid="{AB62C236-C77B-4F69-B63E-3F34518FC0F1}"/>
    </a:ext>
  </a:extLst>
</a:theme>
</file>

<file path=ppt/theme/theme2.xml><?xml version="1.0" encoding="utf-8"?>
<a:theme xmlns:a="http://schemas.openxmlformats.org/drawingml/2006/main" name="Office Theme">
  <a:themeElements>
    <a:clrScheme name="Cognizant_2024">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Cognizant_2024">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0AD2383-F69B-DD48-B17A-5BA153F117E0}">
  <we:reference id="1f4df590-35fc-4b16-a239-39709f9d8a74" version="1.0.0.1" store="EXCatalog" storeType="EXCatalog"/>
  <we:alternateReferences>
    <we:reference id="WA104381063" version="1.0.0.1"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0056E6A9C08B24892CD7916A83F37D3" ma:contentTypeVersion="4" ma:contentTypeDescription="Create a new document." ma:contentTypeScope="" ma:versionID="b391c45433ff8120f110024922065263">
  <xsd:schema xmlns:xsd="http://www.w3.org/2001/XMLSchema" xmlns:xs="http://www.w3.org/2001/XMLSchema" xmlns:p="http://schemas.microsoft.com/office/2006/metadata/properties" xmlns:ns2="85aa0b7b-c2ff-4619-b015-c2745a4ebbba" targetNamespace="http://schemas.microsoft.com/office/2006/metadata/properties" ma:root="true" ma:fieldsID="24df3229156fdbad0d5539e05a71b6a6" ns2:_="">
    <xsd:import namespace="85aa0b7b-c2ff-4619-b015-c2745a4ebbb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5aa0b7b-c2ff-4619-b015-c2745a4ebbb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A4B404F-09F1-40CA-84E2-FD9F4E5EB219}">
  <ds:schemaRefs>
    <ds:schemaRef ds:uri="http://schemas.microsoft.com/office/2006/metadata/properties"/>
    <ds:schemaRef ds:uri="http://schemas.microsoft.com/office/infopath/2007/PartnerControls"/>
    <ds:schemaRef ds:uri="2f5cf1d1-81f3-4f99-b146-10f5cb39d018"/>
    <ds:schemaRef ds:uri="3c35e321-f73a-4dae-ae38-a0459de24735"/>
  </ds:schemaRefs>
</ds:datastoreItem>
</file>

<file path=customXml/itemProps2.xml><?xml version="1.0" encoding="utf-8"?>
<ds:datastoreItem xmlns:ds="http://schemas.openxmlformats.org/officeDocument/2006/customXml" ds:itemID="{33B7C277-7563-48D9-B200-95B00BA2069F}">
  <ds:schemaRefs>
    <ds:schemaRef ds:uri="http://schemas.microsoft.com/sharepoint/v3/contenttype/forms"/>
  </ds:schemaRefs>
</ds:datastoreItem>
</file>

<file path=customXml/itemProps3.xml><?xml version="1.0" encoding="utf-8"?>
<ds:datastoreItem xmlns:ds="http://schemas.openxmlformats.org/officeDocument/2006/customXml" ds:itemID="{08EFB4C7-205D-4E6A-886B-BBFFE9BD0BF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5aa0b7b-c2ff-4619-b015-c2745a4ebbb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Cog_PPT_potx_Template_2025-2027</Template>
  <TotalTime>15</TotalTime>
  <Words>77</Words>
  <Application>Microsoft Office PowerPoint</Application>
  <PresentationFormat>Widescreen</PresentationFormat>
  <Paragraphs>27</Paragraphs>
  <Slides>2</Slides>
  <Notes>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vt:i4>
      </vt:variant>
    </vt:vector>
  </HeadingPairs>
  <TitlesOfParts>
    <vt:vector size="4" baseType="lpstr">
      <vt:lpstr>Arial</vt:lpstr>
      <vt:lpstr>Cognizant_2024</vt:lpstr>
      <vt:lpstr>U2A Use Case Presentation 2026</vt:lpstr>
      <vt:lpstr>Agenda</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Jothikrishnan, Duruvanlal (Cognizant)</dc:creator>
  <cp:keywords/>
  <dc:description/>
  <cp:lastModifiedBy>Jothikrishnan, Duruvanlal (Cognizant)</cp:lastModifiedBy>
  <cp:revision>4</cp:revision>
  <dcterms:created xsi:type="dcterms:W3CDTF">2026-04-16T17:21:41Z</dcterms:created>
  <dcterms:modified xsi:type="dcterms:W3CDTF">2026-04-16T17:37:08Z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0x01010030056E6A9C08B24892CD7916A83F37D3</vt:lpwstr>
  </property>
  <property fmtid="{D5CDD505-2E9C-101B-9397-08002B2CF9AE}" pid="3" name="MediaServiceImageTags">
    <vt:lpwstr/>
  </property>
  <property fmtid="{D5CDD505-2E9C-101B-9397-08002B2CF9AE}" pid="4" name="Geography">
    <vt:lpwstr/>
  </property>
  <property fmtid="{D5CDD505-2E9C-101B-9397-08002B2CF9AE}" pid="5" name="Business">
    <vt:lpwstr/>
  </property>
  <property fmtid="{D5CDD505-2E9C-101B-9397-08002B2CF9AE}" pid="6" name="Topics">
    <vt:lpwstr/>
  </property>
</Properties>
</file>